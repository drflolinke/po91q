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10"/>
    <p:restoredTop sz="94779"/>
  </p:normalViewPr>
  <p:slideViewPr>
    <p:cSldViewPr snapToGrid="0">
      <p:cViewPr varScale="1">
        <p:scale>
          <a:sx n="211" d="100"/>
          <a:sy n="211" d="100"/>
        </p:scale>
        <p:origin x="8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A02CFA-256D-184A-84A9-7B333AE1E20B}" type="doc">
      <dgm:prSet loTypeId="urn:microsoft.com/office/officeart/2005/8/layout/orgChart1" loCatId="hierarchy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964F8C80-D9A7-7147-94E3-686E1B5B2326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PO91Q</a:t>
          </a:r>
          <a:endParaRPr lang="en-GB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9B4F601B-A8B8-304A-8C48-AC848799C699}" type="parTrans" cxnId="{F929989D-2790-4D44-83EA-F5BADD5756C2}">
      <dgm:prSet/>
      <dgm:spPr/>
      <dgm:t>
        <a:bodyPr/>
        <a:lstStyle/>
        <a:p>
          <a:endParaRPr lang="en-GB"/>
        </a:p>
      </dgm:t>
    </dgm:pt>
    <dgm:pt modelId="{5FF64C7B-1ED5-D94B-93E3-D5BF1E11EB5D}" type="sibTrans" cxnId="{F929989D-2790-4D44-83EA-F5BADD5756C2}">
      <dgm:prSet/>
      <dgm:spPr/>
      <dgm:t>
        <a:bodyPr/>
        <a:lstStyle/>
        <a:p>
          <a:endParaRPr lang="en-GB"/>
        </a:p>
      </dgm:t>
    </dgm:pt>
    <dgm:pt modelId="{9ED21394-28AF-2449-ACD5-7D979EA6CFFE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Week 1</a:t>
          </a:r>
          <a:endParaRPr lang="en-GB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A198865D-1126-5B4B-B07D-560F5A382D0C}" type="parTrans" cxnId="{9BE3F7D1-AB96-A544-9092-C96170CAECDD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FC2915F3-FB24-F443-A7AA-C5D31D293548}" type="sibTrans" cxnId="{9BE3F7D1-AB96-A544-9092-C96170CAECDD}">
      <dgm:prSet/>
      <dgm:spPr/>
      <dgm:t>
        <a:bodyPr/>
        <a:lstStyle/>
        <a:p>
          <a:endParaRPr lang="en-GB"/>
        </a:p>
      </dgm:t>
    </dgm:pt>
    <dgm:pt modelId="{A77AE531-1861-D54A-AABF-6DCC3012C001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9C5F0A0C-FF3B-D54F-9AC5-E641143B43B1}" type="parTrans" cxnId="{2B060B1B-332F-FE4B-96B0-AA02FB4A1285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F2D479D7-53F7-EF46-8BD8-487DF40DF059}" type="sibTrans" cxnId="{2B060B1B-332F-FE4B-96B0-AA02FB4A1285}">
      <dgm:prSet/>
      <dgm:spPr/>
      <dgm:t>
        <a:bodyPr/>
        <a:lstStyle/>
        <a:p>
          <a:endParaRPr lang="en-GB"/>
        </a:p>
      </dgm:t>
    </dgm:pt>
    <dgm:pt modelId="{C97D462D-79DA-5A4D-B929-7E9FFE3FA0A2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4F4322FC-14ED-9146-8E68-A881EE363C72}" type="parTrans" cxnId="{EC46FC1D-18FD-884B-B822-8AF092738587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383E1162-DBD8-0F44-8413-48027B2DC264}" type="sibTrans" cxnId="{EC46FC1D-18FD-884B-B822-8AF092738587}">
      <dgm:prSet/>
      <dgm:spPr/>
      <dgm:t>
        <a:bodyPr/>
        <a:lstStyle/>
        <a:p>
          <a:endParaRPr lang="en-GB"/>
        </a:p>
      </dgm:t>
    </dgm:pt>
    <dgm:pt modelId="{D61A033E-5CB6-954D-95C7-D3E74DB60B2E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Week 2</a:t>
          </a:r>
          <a:endParaRPr lang="en-GB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0D2004A1-6FB2-C74A-BD2A-657B7E4374F4}" type="parTrans" cxnId="{830CA566-47AC-1E47-9F3A-D2B102697499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D1869BDC-E65D-5C4A-B313-E1707AADA2EA}" type="sibTrans" cxnId="{830CA566-47AC-1E47-9F3A-D2B102697499}">
      <dgm:prSet/>
      <dgm:spPr/>
      <dgm:t>
        <a:bodyPr/>
        <a:lstStyle/>
        <a:p>
          <a:endParaRPr lang="en-GB"/>
        </a:p>
      </dgm:t>
    </dgm:pt>
    <dgm:pt modelId="{79BE728D-9440-AC4F-9FFD-FD9B09767B28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48DC5DFD-FB8A-6D47-95DF-B25CB1D4C2BE}" type="parTrans" cxnId="{CEF319E2-C81F-3B45-8AE5-C27D64FFF564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6ED8180B-EBBB-254A-BD15-F06ABA2C9983}" type="sibTrans" cxnId="{CEF319E2-C81F-3B45-8AE5-C27D64FFF564}">
      <dgm:prSet/>
      <dgm:spPr/>
      <dgm:t>
        <a:bodyPr/>
        <a:lstStyle/>
        <a:p>
          <a:endParaRPr lang="en-GB"/>
        </a:p>
      </dgm:t>
    </dgm:pt>
    <dgm:pt modelId="{387A71A6-D05C-704C-96E8-8D8C33DE1C34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E80606E0-B65A-7246-8783-0EC53442AA44}" type="parTrans" cxnId="{CAC8625D-7C34-694C-A391-F8BFC41AF8DC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0E77CE97-4CC3-404E-90D0-1430AE9BA795}" type="sibTrans" cxnId="{CAC8625D-7C34-694C-A391-F8BFC41AF8DC}">
      <dgm:prSet/>
      <dgm:spPr/>
      <dgm:t>
        <a:bodyPr/>
        <a:lstStyle/>
        <a:p>
          <a:endParaRPr lang="en-GB"/>
        </a:p>
      </dgm:t>
    </dgm:pt>
    <dgm:pt modelId="{6ACD5CC8-8A15-284C-A22B-D699E20C90E9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Week 3</a:t>
          </a:r>
          <a:endParaRPr lang="en-GB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0C65FD56-1926-1944-9138-C0B2A0E94BDE}" type="parTrans" cxnId="{A568767C-3A9F-EF4B-8B7A-C02062D3CB7B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3F94E24A-710C-4543-B3D3-AFD1B59DFB11}" type="sibTrans" cxnId="{A568767C-3A9F-EF4B-8B7A-C02062D3CB7B}">
      <dgm:prSet/>
      <dgm:spPr/>
      <dgm:t>
        <a:bodyPr/>
        <a:lstStyle/>
        <a:p>
          <a:endParaRPr lang="en-GB"/>
        </a:p>
      </dgm:t>
    </dgm:pt>
    <dgm:pt modelId="{1ADE93F7-41D0-D743-90C2-05C226443EB6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8991EBE4-75DE-2147-AF13-E306060AEB94}" type="parTrans" cxnId="{B0B7C45A-B24D-2C43-BCD5-C38FCD906C84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F18B0B2A-2DC0-CB4F-B7F6-5939424B29AB}" type="sibTrans" cxnId="{B0B7C45A-B24D-2C43-BCD5-C38FCD906C84}">
      <dgm:prSet/>
      <dgm:spPr/>
      <dgm:t>
        <a:bodyPr/>
        <a:lstStyle/>
        <a:p>
          <a:endParaRPr lang="en-GB"/>
        </a:p>
      </dgm:t>
    </dgm:pt>
    <dgm:pt modelId="{E706372B-F381-024F-BE72-88BAF3E9E5C7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1F940055-6F76-904E-A4A8-DAECA2ECCA05}" type="parTrans" cxnId="{5AA34F1B-5EBD-F949-8CCC-5281961AA826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AE681B16-6669-F84F-93EC-5B92F0E0A9A0}" type="sibTrans" cxnId="{5AA34F1B-5EBD-F949-8CCC-5281961AA826}">
      <dgm:prSet/>
      <dgm:spPr/>
      <dgm:t>
        <a:bodyPr/>
        <a:lstStyle/>
        <a:p>
          <a:endParaRPr lang="en-GB"/>
        </a:p>
      </dgm:t>
    </dgm:pt>
    <dgm:pt modelId="{FDC028F5-7D54-3144-8379-85012776DB28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GB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…</a:t>
          </a:r>
          <a:endParaRPr lang="en-GB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BA287B3A-4923-464F-AE2A-6B2D72C9B648}" type="parTrans" cxnId="{A30EFCBF-B56E-384E-85CC-68D073BCE4B4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64F2DFBD-A6BB-594F-9FFF-863310B4BB15}" type="sibTrans" cxnId="{A30EFCBF-B56E-384E-85CC-68D073BCE4B4}">
      <dgm:prSet/>
      <dgm:spPr/>
      <dgm:t>
        <a:bodyPr/>
        <a:lstStyle/>
        <a:p>
          <a:endParaRPr lang="en-GB"/>
        </a:p>
      </dgm:t>
    </dgm:pt>
    <dgm:pt modelId="{DFEA9825-1174-3849-AE91-5226144E721D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CBD8A1F1-6051-C342-AF4E-59EE38152E29}" type="parTrans" cxnId="{2E6A0956-D5AA-4F43-AA8D-8A5CF47B9DC4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5F1790C6-45EA-9044-A8C3-B0EB3A90AEB0}" type="sibTrans" cxnId="{2E6A0956-D5AA-4F43-AA8D-8A5CF47B9DC4}">
      <dgm:prSet/>
      <dgm:spPr/>
      <dgm:t>
        <a:bodyPr/>
        <a:lstStyle/>
        <a:p>
          <a:endParaRPr lang="en-GB"/>
        </a:p>
      </dgm:t>
    </dgm:pt>
    <dgm:pt modelId="{3C3224F7-6688-2947-A570-CC5FCD056638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B2FFBF2E-97F8-BC47-B15A-C9630EA949DE}" type="parTrans" cxnId="{903D8EEA-A647-D745-86CD-40058B8CC728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2D430E11-AD86-F641-BE24-E39FAC504568}" type="sibTrans" cxnId="{903D8EEA-A647-D745-86CD-40058B8CC728}">
      <dgm:prSet/>
      <dgm:spPr/>
      <dgm:t>
        <a:bodyPr/>
        <a:lstStyle/>
        <a:p>
          <a:endParaRPr lang="en-GB"/>
        </a:p>
      </dgm:t>
    </dgm:pt>
    <dgm:pt modelId="{C6114C0B-D45A-FE4A-820C-868B6E12A4C0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Week 10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8061289A-4C6D-CA4E-BC08-89272BCB4C2C}" type="parTrans" cxnId="{B62D81E0-4C61-A44F-97E6-4B2A52BDFEC1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1405451A-1348-7A4A-BC6D-526242840811}" type="sibTrans" cxnId="{B62D81E0-4C61-A44F-97E6-4B2A52BDFEC1}">
      <dgm:prSet/>
      <dgm:spPr/>
      <dgm:t>
        <a:bodyPr/>
        <a:lstStyle/>
        <a:p>
          <a:endParaRPr lang="en-GB"/>
        </a:p>
      </dgm:t>
    </dgm:pt>
    <dgm:pt modelId="{06846EF5-9DFA-B145-8253-32AA96363170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C4C4800C-C7D2-AC43-B32C-40077EB2CC39}" type="parTrans" cxnId="{63A30258-C202-4547-AC5A-3FF8213449E2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64DE7D12-C13A-0344-994B-741257BDB390}" type="sibTrans" cxnId="{63A30258-C202-4547-AC5A-3FF8213449E2}">
      <dgm:prSet/>
      <dgm:spPr/>
      <dgm:t>
        <a:bodyPr/>
        <a:lstStyle/>
        <a:p>
          <a:endParaRPr lang="en-GB"/>
        </a:p>
      </dgm:t>
    </dgm:pt>
    <dgm:pt modelId="{20E19F3A-4827-E949-8299-9640A17438E7}">
      <dgm:prSet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D09729B5-3B3F-9548-8A03-8B2692EBDE97}" type="parTrans" cxnId="{DD9B8864-D10D-DC43-AFB6-4F6BC13220E8}">
      <dgm:prSet/>
      <dgm:spPr>
        <a:ln>
          <a:solidFill>
            <a:schemeClr val="tx1"/>
          </a:solidFill>
        </a:ln>
      </dgm:spPr>
      <dgm:t>
        <a:bodyPr/>
        <a:lstStyle/>
        <a:p>
          <a:endParaRPr lang="en-GB">
            <a:solidFill>
              <a:schemeClr val="bg1"/>
            </a:solidFill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gm:t>
    </dgm:pt>
    <dgm:pt modelId="{08B1DEEE-016C-BE4E-BD48-FED1569EBB90}" type="sibTrans" cxnId="{DD9B8864-D10D-DC43-AFB6-4F6BC13220E8}">
      <dgm:prSet/>
      <dgm:spPr/>
      <dgm:t>
        <a:bodyPr/>
        <a:lstStyle/>
        <a:p>
          <a:endParaRPr lang="en-GB"/>
        </a:p>
      </dgm:t>
    </dgm:pt>
    <dgm:pt modelId="{A5EEAC33-FB55-2C42-9275-B422FCCC0334}" type="pres">
      <dgm:prSet presAssocID="{C0A02CFA-256D-184A-84A9-7B333AE1E20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7C3F261-447E-2148-9831-DAB0D821BCBF}" type="pres">
      <dgm:prSet presAssocID="{964F8C80-D9A7-7147-94E3-686E1B5B2326}" presName="hierRoot1" presStyleCnt="0">
        <dgm:presLayoutVars>
          <dgm:hierBranch val="init"/>
        </dgm:presLayoutVars>
      </dgm:prSet>
      <dgm:spPr/>
    </dgm:pt>
    <dgm:pt modelId="{B13BB04A-9F1B-134A-B198-CC69759167AC}" type="pres">
      <dgm:prSet presAssocID="{964F8C80-D9A7-7147-94E3-686E1B5B2326}" presName="rootComposite1" presStyleCnt="0"/>
      <dgm:spPr/>
    </dgm:pt>
    <dgm:pt modelId="{15D46200-241E-124C-8812-265CBBD4DB99}" type="pres">
      <dgm:prSet presAssocID="{964F8C80-D9A7-7147-94E3-686E1B5B2326}" presName="rootText1" presStyleLbl="node0" presStyleIdx="0" presStyleCnt="1" custLinFactNeighborX="-9529" custLinFactNeighborY="2198">
        <dgm:presLayoutVars>
          <dgm:chPref val="3"/>
        </dgm:presLayoutVars>
      </dgm:prSet>
      <dgm:spPr/>
    </dgm:pt>
    <dgm:pt modelId="{552E944B-EDB1-7549-ACA4-FC140E77EA39}" type="pres">
      <dgm:prSet presAssocID="{964F8C80-D9A7-7147-94E3-686E1B5B2326}" presName="rootConnector1" presStyleLbl="node1" presStyleIdx="0" presStyleCnt="0"/>
      <dgm:spPr/>
    </dgm:pt>
    <dgm:pt modelId="{9E178264-D817-2544-AD3F-16885238C2C1}" type="pres">
      <dgm:prSet presAssocID="{964F8C80-D9A7-7147-94E3-686E1B5B2326}" presName="hierChild2" presStyleCnt="0"/>
      <dgm:spPr/>
    </dgm:pt>
    <dgm:pt modelId="{E7C87DCA-46CC-B34B-BA92-1C8B922BFB21}" type="pres">
      <dgm:prSet presAssocID="{A198865D-1126-5B4B-B07D-560F5A382D0C}" presName="Name37" presStyleLbl="parChTrans1D2" presStyleIdx="0" presStyleCnt="5"/>
      <dgm:spPr/>
    </dgm:pt>
    <dgm:pt modelId="{6534485A-E3A1-5249-B710-209073898BE1}" type="pres">
      <dgm:prSet presAssocID="{9ED21394-28AF-2449-ACD5-7D979EA6CFFE}" presName="hierRoot2" presStyleCnt="0">
        <dgm:presLayoutVars>
          <dgm:hierBranch val="init"/>
        </dgm:presLayoutVars>
      </dgm:prSet>
      <dgm:spPr/>
    </dgm:pt>
    <dgm:pt modelId="{3F229F09-4623-2B45-B3EF-21AD2E93F98B}" type="pres">
      <dgm:prSet presAssocID="{9ED21394-28AF-2449-ACD5-7D979EA6CFFE}" presName="rootComposite" presStyleCnt="0"/>
      <dgm:spPr/>
    </dgm:pt>
    <dgm:pt modelId="{2C9E300C-20AE-CA45-9E94-FBFBB5E00831}" type="pres">
      <dgm:prSet presAssocID="{9ED21394-28AF-2449-ACD5-7D979EA6CFFE}" presName="rootText" presStyleLbl="node2" presStyleIdx="0" presStyleCnt="5" custLinFactNeighborX="-57991" custLinFactNeighborY="1808">
        <dgm:presLayoutVars>
          <dgm:chPref val="3"/>
        </dgm:presLayoutVars>
      </dgm:prSet>
      <dgm:spPr/>
    </dgm:pt>
    <dgm:pt modelId="{3C95642C-C8D1-1844-BEE6-0F5E2A4560A1}" type="pres">
      <dgm:prSet presAssocID="{9ED21394-28AF-2449-ACD5-7D979EA6CFFE}" presName="rootConnector" presStyleLbl="node2" presStyleIdx="0" presStyleCnt="5"/>
      <dgm:spPr/>
    </dgm:pt>
    <dgm:pt modelId="{3CC077BB-75EE-5A4F-82B3-C79AFE3B11A7}" type="pres">
      <dgm:prSet presAssocID="{9ED21394-28AF-2449-ACD5-7D979EA6CFFE}" presName="hierChild4" presStyleCnt="0"/>
      <dgm:spPr/>
    </dgm:pt>
    <dgm:pt modelId="{1B5C304D-4859-B145-B706-A7FB980A3186}" type="pres">
      <dgm:prSet presAssocID="{9C5F0A0C-FF3B-D54F-9AC5-E641143B43B1}" presName="Name37" presStyleLbl="parChTrans1D3" presStyleIdx="0" presStyleCnt="10"/>
      <dgm:spPr/>
    </dgm:pt>
    <dgm:pt modelId="{E12A1783-4C09-7D48-86D7-2E32CD8C6B4A}" type="pres">
      <dgm:prSet presAssocID="{A77AE531-1861-D54A-AABF-6DCC3012C001}" presName="hierRoot2" presStyleCnt="0">
        <dgm:presLayoutVars>
          <dgm:hierBranch val="init"/>
        </dgm:presLayoutVars>
      </dgm:prSet>
      <dgm:spPr/>
    </dgm:pt>
    <dgm:pt modelId="{1CDDDF27-EB69-4747-8DF5-39F2172BDA3B}" type="pres">
      <dgm:prSet presAssocID="{A77AE531-1861-D54A-AABF-6DCC3012C001}" presName="rootComposite" presStyleCnt="0"/>
      <dgm:spPr/>
    </dgm:pt>
    <dgm:pt modelId="{E01BC88B-1C83-5342-A0C4-ECF3EBB60FD6}" type="pres">
      <dgm:prSet presAssocID="{A77AE531-1861-D54A-AABF-6DCC3012C001}" presName="rootText" presStyleLbl="node3" presStyleIdx="0" presStyleCnt="10" custScaleX="100000" custLinFactNeighborX="-65189" custLinFactNeighborY="1145">
        <dgm:presLayoutVars>
          <dgm:chPref val="3"/>
        </dgm:presLayoutVars>
      </dgm:prSet>
      <dgm:spPr/>
    </dgm:pt>
    <dgm:pt modelId="{76FA82E5-ADB7-2D40-97CC-EA70DC76A807}" type="pres">
      <dgm:prSet presAssocID="{A77AE531-1861-D54A-AABF-6DCC3012C001}" presName="rootConnector" presStyleLbl="node3" presStyleIdx="0" presStyleCnt="10"/>
      <dgm:spPr/>
    </dgm:pt>
    <dgm:pt modelId="{1C3511DF-BB0B-EA46-B2FE-1EEF62C5DF6A}" type="pres">
      <dgm:prSet presAssocID="{A77AE531-1861-D54A-AABF-6DCC3012C001}" presName="hierChild4" presStyleCnt="0"/>
      <dgm:spPr/>
    </dgm:pt>
    <dgm:pt modelId="{54B09DF4-5D89-4446-9291-4BE2CD8601A4}" type="pres">
      <dgm:prSet presAssocID="{A77AE531-1861-D54A-AABF-6DCC3012C001}" presName="hierChild5" presStyleCnt="0"/>
      <dgm:spPr/>
    </dgm:pt>
    <dgm:pt modelId="{194AF3BE-5CBF-6047-B94D-72FB9E9A66E4}" type="pres">
      <dgm:prSet presAssocID="{4F4322FC-14ED-9146-8E68-A881EE363C72}" presName="Name37" presStyleLbl="parChTrans1D3" presStyleIdx="1" presStyleCnt="10"/>
      <dgm:spPr/>
    </dgm:pt>
    <dgm:pt modelId="{E7B65D76-406F-8245-82C0-734A3135F651}" type="pres">
      <dgm:prSet presAssocID="{C97D462D-79DA-5A4D-B929-7E9FFE3FA0A2}" presName="hierRoot2" presStyleCnt="0">
        <dgm:presLayoutVars>
          <dgm:hierBranch val="init"/>
        </dgm:presLayoutVars>
      </dgm:prSet>
      <dgm:spPr/>
    </dgm:pt>
    <dgm:pt modelId="{DC39ABD6-0730-614F-9343-C338488CFAAA}" type="pres">
      <dgm:prSet presAssocID="{C97D462D-79DA-5A4D-B929-7E9FFE3FA0A2}" presName="rootComposite" presStyleCnt="0"/>
      <dgm:spPr/>
    </dgm:pt>
    <dgm:pt modelId="{070CE7C8-A1FE-984B-BC8C-A43E4961A165}" type="pres">
      <dgm:prSet presAssocID="{C97D462D-79DA-5A4D-B929-7E9FFE3FA0A2}" presName="rootText" presStyleLbl="node3" presStyleIdx="1" presStyleCnt="10" custLinFactNeighborX="-65176" custLinFactNeighborY="-6543">
        <dgm:presLayoutVars>
          <dgm:chPref val="3"/>
        </dgm:presLayoutVars>
      </dgm:prSet>
      <dgm:spPr/>
    </dgm:pt>
    <dgm:pt modelId="{B06E696F-90BE-F848-B9CF-F11687A7F4E4}" type="pres">
      <dgm:prSet presAssocID="{C97D462D-79DA-5A4D-B929-7E9FFE3FA0A2}" presName="rootConnector" presStyleLbl="node3" presStyleIdx="1" presStyleCnt="10"/>
      <dgm:spPr/>
    </dgm:pt>
    <dgm:pt modelId="{D10B2AAB-8CC9-064B-A32F-406EB7E7C78F}" type="pres">
      <dgm:prSet presAssocID="{C97D462D-79DA-5A4D-B929-7E9FFE3FA0A2}" presName="hierChild4" presStyleCnt="0"/>
      <dgm:spPr/>
    </dgm:pt>
    <dgm:pt modelId="{0E734246-6A71-B846-842D-FD3DD3C57072}" type="pres">
      <dgm:prSet presAssocID="{C97D462D-79DA-5A4D-B929-7E9FFE3FA0A2}" presName="hierChild5" presStyleCnt="0"/>
      <dgm:spPr/>
    </dgm:pt>
    <dgm:pt modelId="{33075AA4-8ACA-D54A-BFD7-1DBF502AF308}" type="pres">
      <dgm:prSet presAssocID="{9ED21394-28AF-2449-ACD5-7D979EA6CFFE}" presName="hierChild5" presStyleCnt="0"/>
      <dgm:spPr/>
    </dgm:pt>
    <dgm:pt modelId="{7884E6FC-2425-6F46-BF54-2D33AA784310}" type="pres">
      <dgm:prSet presAssocID="{0D2004A1-6FB2-C74A-BD2A-657B7E4374F4}" presName="Name37" presStyleLbl="parChTrans1D2" presStyleIdx="1" presStyleCnt="5"/>
      <dgm:spPr/>
    </dgm:pt>
    <dgm:pt modelId="{85509465-8565-6B4F-B475-A80F16B66CD3}" type="pres">
      <dgm:prSet presAssocID="{D61A033E-5CB6-954D-95C7-D3E74DB60B2E}" presName="hierRoot2" presStyleCnt="0">
        <dgm:presLayoutVars>
          <dgm:hierBranch val="init"/>
        </dgm:presLayoutVars>
      </dgm:prSet>
      <dgm:spPr/>
    </dgm:pt>
    <dgm:pt modelId="{C40EBB08-0D4A-504A-97CC-592FE03E29C6}" type="pres">
      <dgm:prSet presAssocID="{D61A033E-5CB6-954D-95C7-D3E74DB60B2E}" presName="rootComposite" presStyleCnt="0"/>
      <dgm:spPr/>
    </dgm:pt>
    <dgm:pt modelId="{9AC0DEEC-76D9-1046-BE39-03BDCFC8555A}" type="pres">
      <dgm:prSet presAssocID="{D61A033E-5CB6-954D-95C7-D3E74DB60B2E}" presName="rootText" presStyleLbl="node2" presStyleIdx="1" presStyleCnt="5" custLinFactNeighborX="-36250" custLinFactNeighborY="1808">
        <dgm:presLayoutVars>
          <dgm:chPref val="3"/>
        </dgm:presLayoutVars>
      </dgm:prSet>
      <dgm:spPr/>
    </dgm:pt>
    <dgm:pt modelId="{7394C96F-7F5E-4646-BB1A-8D8EA1683A8F}" type="pres">
      <dgm:prSet presAssocID="{D61A033E-5CB6-954D-95C7-D3E74DB60B2E}" presName="rootConnector" presStyleLbl="node2" presStyleIdx="1" presStyleCnt="5"/>
      <dgm:spPr/>
    </dgm:pt>
    <dgm:pt modelId="{2E5CF668-DFE0-624B-BD55-A5AF0ECDB84E}" type="pres">
      <dgm:prSet presAssocID="{D61A033E-5CB6-954D-95C7-D3E74DB60B2E}" presName="hierChild4" presStyleCnt="0"/>
      <dgm:spPr/>
    </dgm:pt>
    <dgm:pt modelId="{A3706F89-7C35-0B40-BE9F-B78D8EEB01A5}" type="pres">
      <dgm:prSet presAssocID="{48DC5DFD-FB8A-6D47-95DF-B25CB1D4C2BE}" presName="Name37" presStyleLbl="parChTrans1D3" presStyleIdx="2" presStyleCnt="10"/>
      <dgm:spPr/>
    </dgm:pt>
    <dgm:pt modelId="{C987428C-A109-AF41-B9AC-80AF78497B98}" type="pres">
      <dgm:prSet presAssocID="{79BE728D-9440-AC4F-9FFD-FD9B09767B28}" presName="hierRoot2" presStyleCnt="0">
        <dgm:presLayoutVars>
          <dgm:hierBranch val="init"/>
        </dgm:presLayoutVars>
      </dgm:prSet>
      <dgm:spPr/>
    </dgm:pt>
    <dgm:pt modelId="{64B55D08-0637-7545-B203-D40CAE25F93E}" type="pres">
      <dgm:prSet presAssocID="{79BE728D-9440-AC4F-9FFD-FD9B09767B28}" presName="rootComposite" presStyleCnt="0"/>
      <dgm:spPr/>
    </dgm:pt>
    <dgm:pt modelId="{EA35F4D5-3F1F-674C-A29F-AF934EDC3F17}" type="pres">
      <dgm:prSet presAssocID="{79BE728D-9440-AC4F-9FFD-FD9B09767B28}" presName="rootText" presStyleLbl="node3" presStyleIdx="2" presStyleCnt="10" custLinFactNeighborX="-42845" custLinFactNeighborY="4397">
        <dgm:presLayoutVars>
          <dgm:chPref val="3"/>
        </dgm:presLayoutVars>
      </dgm:prSet>
      <dgm:spPr/>
    </dgm:pt>
    <dgm:pt modelId="{62DD9D04-7A48-8146-9C2C-F5372605E3AA}" type="pres">
      <dgm:prSet presAssocID="{79BE728D-9440-AC4F-9FFD-FD9B09767B28}" presName="rootConnector" presStyleLbl="node3" presStyleIdx="2" presStyleCnt="10"/>
      <dgm:spPr/>
    </dgm:pt>
    <dgm:pt modelId="{EF4B8D07-4B08-AC4C-8E14-B2C59E7F09ED}" type="pres">
      <dgm:prSet presAssocID="{79BE728D-9440-AC4F-9FFD-FD9B09767B28}" presName="hierChild4" presStyleCnt="0"/>
      <dgm:spPr/>
    </dgm:pt>
    <dgm:pt modelId="{AE46115F-8E13-6144-B631-AFBEF15FBFC6}" type="pres">
      <dgm:prSet presAssocID="{79BE728D-9440-AC4F-9FFD-FD9B09767B28}" presName="hierChild5" presStyleCnt="0"/>
      <dgm:spPr/>
    </dgm:pt>
    <dgm:pt modelId="{560F6E17-7D08-9A4F-B812-EEADE8676DC4}" type="pres">
      <dgm:prSet presAssocID="{E80606E0-B65A-7246-8783-0EC53442AA44}" presName="Name37" presStyleLbl="parChTrans1D3" presStyleIdx="3" presStyleCnt="10"/>
      <dgm:spPr/>
    </dgm:pt>
    <dgm:pt modelId="{864D4ED6-5688-3F4C-A0A9-624A829CFA50}" type="pres">
      <dgm:prSet presAssocID="{387A71A6-D05C-704C-96E8-8D8C33DE1C34}" presName="hierRoot2" presStyleCnt="0">
        <dgm:presLayoutVars>
          <dgm:hierBranch val="init"/>
        </dgm:presLayoutVars>
      </dgm:prSet>
      <dgm:spPr/>
    </dgm:pt>
    <dgm:pt modelId="{781F5532-2CBC-7347-B02C-1BC957D9A376}" type="pres">
      <dgm:prSet presAssocID="{387A71A6-D05C-704C-96E8-8D8C33DE1C34}" presName="rootComposite" presStyleCnt="0"/>
      <dgm:spPr/>
    </dgm:pt>
    <dgm:pt modelId="{6D0A8143-3FBE-7443-A790-520D7D9DB354}" type="pres">
      <dgm:prSet presAssocID="{387A71A6-D05C-704C-96E8-8D8C33DE1C34}" presName="rootText" presStyleLbl="node3" presStyleIdx="3" presStyleCnt="10" custLinFactNeighborX="-42844" custLinFactNeighborY="-5811">
        <dgm:presLayoutVars>
          <dgm:chPref val="3"/>
        </dgm:presLayoutVars>
      </dgm:prSet>
      <dgm:spPr/>
    </dgm:pt>
    <dgm:pt modelId="{370A2B44-D632-274A-B2E2-49544850838D}" type="pres">
      <dgm:prSet presAssocID="{387A71A6-D05C-704C-96E8-8D8C33DE1C34}" presName="rootConnector" presStyleLbl="node3" presStyleIdx="3" presStyleCnt="10"/>
      <dgm:spPr/>
    </dgm:pt>
    <dgm:pt modelId="{99C961FC-8CE8-4145-B54F-E69A8E273094}" type="pres">
      <dgm:prSet presAssocID="{387A71A6-D05C-704C-96E8-8D8C33DE1C34}" presName="hierChild4" presStyleCnt="0"/>
      <dgm:spPr/>
    </dgm:pt>
    <dgm:pt modelId="{8F510272-1B4E-354D-84FB-0F24B511C68E}" type="pres">
      <dgm:prSet presAssocID="{387A71A6-D05C-704C-96E8-8D8C33DE1C34}" presName="hierChild5" presStyleCnt="0"/>
      <dgm:spPr/>
    </dgm:pt>
    <dgm:pt modelId="{F809DF4B-8FBC-FE4B-A07E-237F78B36127}" type="pres">
      <dgm:prSet presAssocID="{D61A033E-5CB6-954D-95C7-D3E74DB60B2E}" presName="hierChild5" presStyleCnt="0"/>
      <dgm:spPr/>
    </dgm:pt>
    <dgm:pt modelId="{703D8A21-C5E3-6745-87D7-AE81EAB738AB}" type="pres">
      <dgm:prSet presAssocID="{0C65FD56-1926-1944-9138-C0B2A0E94BDE}" presName="Name37" presStyleLbl="parChTrans1D2" presStyleIdx="2" presStyleCnt="5"/>
      <dgm:spPr/>
    </dgm:pt>
    <dgm:pt modelId="{0B62661C-CBFC-2649-BCB4-1AC2A2087F16}" type="pres">
      <dgm:prSet presAssocID="{6ACD5CC8-8A15-284C-A22B-D699E20C90E9}" presName="hierRoot2" presStyleCnt="0">
        <dgm:presLayoutVars>
          <dgm:hierBranch val="init"/>
        </dgm:presLayoutVars>
      </dgm:prSet>
      <dgm:spPr/>
    </dgm:pt>
    <dgm:pt modelId="{C71D6AEF-7945-484E-9D9A-7EEF25536ED7}" type="pres">
      <dgm:prSet presAssocID="{6ACD5CC8-8A15-284C-A22B-D699E20C90E9}" presName="rootComposite" presStyleCnt="0"/>
      <dgm:spPr/>
    </dgm:pt>
    <dgm:pt modelId="{9B51B52B-953B-614D-99C9-4C50B92F8B52}" type="pres">
      <dgm:prSet presAssocID="{6ACD5CC8-8A15-284C-A22B-D699E20C90E9}" presName="rootText" presStyleLbl="node2" presStyleIdx="2" presStyleCnt="5" custLinFactNeighborX="-9893" custLinFactNeighborY="1744">
        <dgm:presLayoutVars>
          <dgm:chPref val="3"/>
        </dgm:presLayoutVars>
      </dgm:prSet>
      <dgm:spPr/>
    </dgm:pt>
    <dgm:pt modelId="{B643795F-0A38-DD41-A135-B902296CCCC9}" type="pres">
      <dgm:prSet presAssocID="{6ACD5CC8-8A15-284C-A22B-D699E20C90E9}" presName="rootConnector" presStyleLbl="node2" presStyleIdx="2" presStyleCnt="5"/>
      <dgm:spPr/>
    </dgm:pt>
    <dgm:pt modelId="{3BBD97FE-F24E-6048-A681-5EAADDD5659F}" type="pres">
      <dgm:prSet presAssocID="{6ACD5CC8-8A15-284C-A22B-D699E20C90E9}" presName="hierChild4" presStyleCnt="0"/>
      <dgm:spPr/>
    </dgm:pt>
    <dgm:pt modelId="{4B7F9449-580B-4C4D-9946-1BFE7E92704C}" type="pres">
      <dgm:prSet presAssocID="{8991EBE4-75DE-2147-AF13-E306060AEB94}" presName="Name37" presStyleLbl="parChTrans1D3" presStyleIdx="4" presStyleCnt="10"/>
      <dgm:spPr/>
    </dgm:pt>
    <dgm:pt modelId="{4AE68D28-F4C6-DA47-BC79-A25261B2EA25}" type="pres">
      <dgm:prSet presAssocID="{1ADE93F7-41D0-D743-90C2-05C226443EB6}" presName="hierRoot2" presStyleCnt="0">
        <dgm:presLayoutVars>
          <dgm:hierBranch val="init"/>
        </dgm:presLayoutVars>
      </dgm:prSet>
      <dgm:spPr/>
    </dgm:pt>
    <dgm:pt modelId="{CD0FB684-EEFD-F14D-9EF7-5C8D6358FC70}" type="pres">
      <dgm:prSet presAssocID="{1ADE93F7-41D0-D743-90C2-05C226443EB6}" presName="rootComposite" presStyleCnt="0"/>
      <dgm:spPr/>
    </dgm:pt>
    <dgm:pt modelId="{18D3E9A3-9BEF-9842-B908-AF6BB9ADDE20}" type="pres">
      <dgm:prSet presAssocID="{1ADE93F7-41D0-D743-90C2-05C226443EB6}" presName="rootText" presStyleLbl="node3" presStyleIdx="4" presStyleCnt="10" custLinFactNeighborX="-15756" custLinFactNeighborY="5130">
        <dgm:presLayoutVars>
          <dgm:chPref val="3"/>
        </dgm:presLayoutVars>
      </dgm:prSet>
      <dgm:spPr/>
    </dgm:pt>
    <dgm:pt modelId="{29BE5407-B3E2-5347-B475-8B24B5FC07E3}" type="pres">
      <dgm:prSet presAssocID="{1ADE93F7-41D0-D743-90C2-05C226443EB6}" presName="rootConnector" presStyleLbl="node3" presStyleIdx="4" presStyleCnt="10"/>
      <dgm:spPr/>
    </dgm:pt>
    <dgm:pt modelId="{2079B01E-6EFE-5B42-8346-7995BAB3A342}" type="pres">
      <dgm:prSet presAssocID="{1ADE93F7-41D0-D743-90C2-05C226443EB6}" presName="hierChild4" presStyleCnt="0"/>
      <dgm:spPr/>
    </dgm:pt>
    <dgm:pt modelId="{D7FA0470-5461-0C4C-A26C-938A0D79F47C}" type="pres">
      <dgm:prSet presAssocID="{1ADE93F7-41D0-D743-90C2-05C226443EB6}" presName="hierChild5" presStyleCnt="0"/>
      <dgm:spPr/>
    </dgm:pt>
    <dgm:pt modelId="{68B6E98E-EFCE-8F44-9F83-E70DE3F75F22}" type="pres">
      <dgm:prSet presAssocID="{1F940055-6F76-904E-A4A8-DAECA2ECCA05}" presName="Name37" presStyleLbl="parChTrans1D3" presStyleIdx="5" presStyleCnt="10"/>
      <dgm:spPr/>
    </dgm:pt>
    <dgm:pt modelId="{3ABB896A-FA9F-DA45-805C-1CFEE1140AFB}" type="pres">
      <dgm:prSet presAssocID="{E706372B-F381-024F-BE72-88BAF3E9E5C7}" presName="hierRoot2" presStyleCnt="0">
        <dgm:presLayoutVars>
          <dgm:hierBranch val="init"/>
        </dgm:presLayoutVars>
      </dgm:prSet>
      <dgm:spPr/>
    </dgm:pt>
    <dgm:pt modelId="{42DA61B2-1BAD-AF46-BF2E-F42ED7201203}" type="pres">
      <dgm:prSet presAssocID="{E706372B-F381-024F-BE72-88BAF3E9E5C7}" presName="rootComposite" presStyleCnt="0"/>
      <dgm:spPr/>
    </dgm:pt>
    <dgm:pt modelId="{D1AA9526-C278-5741-871E-C96567E6AFCF}" type="pres">
      <dgm:prSet presAssocID="{E706372B-F381-024F-BE72-88BAF3E9E5C7}" presName="rootText" presStyleLbl="node3" presStyleIdx="5" presStyleCnt="10" custLinFactNeighborX="-15389" custLinFactNeighborY="0">
        <dgm:presLayoutVars>
          <dgm:chPref val="3"/>
        </dgm:presLayoutVars>
      </dgm:prSet>
      <dgm:spPr/>
    </dgm:pt>
    <dgm:pt modelId="{ACDFDFA3-8AE7-CC47-BE23-8DC549D91464}" type="pres">
      <dgm:prSet presAssocID="{E706372B-F381-024F-BE72-88BAF3E9E5C7}" presName="rootConnector" presStyleLbl="node3" presStyleIdx="5" presStyleCnt="10"/>
      <dgm:spPr/>
    </dgm:pt>
    <dgm:pt modelId="{692DDF7C-55B3-2847-853C-3B671F34ECE3}" type="pres">
      <dgm:prSet presAssocID="{E706372B-F381-024F-BE72-88BAF3E9E5C7}" presName="hierChild4" presStyleCnt="0"/>
      <dgm:spPr/>
    </dgm:pt>
    <dgm:pt modelId="{D7F6087C-B475-E54B-A3E0-2EFC75F00830}" type="pres">
      <dgm:prSet presAssocID="{E706372B-F381-024F-BE72-88BAF3E9E5C7}" presName="hierChild5" presStyleCnt="0"/>
      <dgm:spPr/>
    </dgm:pt>
    <dgm:pt modelId="{9D57A87C-1930-A947-8227-4CDFBDC1A17C}" type="pres">
      <dgm:prSet presAssocID="{6ACD5CC8-8A15-284C-A22B-D699E20C90E9}" presName="hierChild5" presStyleCnt="0"/>
      <dgm:spPr/>
    </dgm:pt>
    <dgm:pt modelId="{31B16068-D89A-BA41-ABA7-104B06E30564}" type="pres">
      <dgm:prSet presAssocID="{BA287B3A-4923-464F-AE2A-6B2D72C9B648}" presName="Name37" presStyleLbl="parChTrans1D2" presStyleIdx="3" presStyleCnt="5"/>
      <dgm:spPr/>
    </dgm:pt>
    <dgm:pt modelId="{542F9983-1A7F-9D48-80A6-5BABF369E510}" type="pres">
      <dgm:prSet presAssocID="{FDC028F5-7D54-3144-8379-85012776DB28}" presName="hierRoot2" presStyleCnt="0">
        <dgm:presLayoutVars>
          <dgm:hierBranch val="init"/>
        </dgm:presLayoutVars>
      </dgm:prSet>
      <dgm:spPr/>
    </dgm:pt>
    <dgm:pt modelId="{E53EB389-4A2B-8E48-B1E7-C2025F9292F8}" type="pres">
      <dgm:prSet presAssocID="{FDC028F5-7D54-3144-8379-85012776DB28}" presName="rootComposite" presStyleCnt="0"/>
      <dgm:spPr/>
    </dgm:pt>
    <dgm:pt modelId="{A3B69341-1E0C-6947-8657-F559EFCFAE22}" type="pres">
      <dgm:prSet presAssocID="{FDC028F5-7D54-3144-8379-85012776DB28}" presName="rootText" presStyleLbl="node2" presStyleIdx="3" presStyleCnt="5" custLinFactNeighborX="15733" custLinFactNeighborY="1808">
        <dgm:presLayoutVars>
          <dgm:chPref val="3"/>
        </dgm:presLayoutVars>
      </dgm:prSet>
      <dgm:spPr/>
    </dgm:pt>
    <dgm:pt modelId="{2D54B54D-A258-6C4B-ABA7-691DD5527890}" type="pres">
      <dgm:prSet presAssocID="{FDC028F5-7D54-3144-8379-85012776DB28}" presName="rootConnector" presStyleLbl="node2" presStyleIdx="3" presStyleCnt="5"/>
      <dgm:spPr/>
    </dgm:pt>
    <dgm:pt modelId="{4150AD3F-283C-834F-B6CA-4A7065281D18}" type="pres">
      <dgm:prSet presAssocID="{FDC028F5-7D54-3144-8379-85012776DB28}" presName="hierChild4" presStyleCnt="0"/>
      <dgm:spPr/>
    </dgm:pt>
    <dgm:pt modelId="{3C1AED3A-5D1B-104B-BDCB-73A8D4EC36BE}" type="pres">
      <dgm:prSet presAssocID="{CBD8A1F1-6051-C342-AF4E-59EE38152E29}" presName="Name37" presStyleLbl="parChTrans1D3" presStyleIdx="6" presStyleCnt="10"/>
      <dgm:spPr/>
    </dgm:pt>
    <dgm:pt modelId="{E626DE3E-42C0-CB4F-8CF1-857E04BA27FF}" type="pres">
      <dgm:prSet presAssocID="{DFEA9825-1174-3849-AE91-5226144E721D}" presName="hierRoot2" presStyleCnt="0">
        <dgm:presLayoutVars>
          <dgm:hierBranch val="init"/>
        </dgm:presLayoutVars>
      </dgm:prSet>
      <dgm:spPr/>
    </dgm:pt>
    <dgm:pt modelId="{AFADE619-AA30-044C-ACAF-61DE10AA6434}" type="pres">
      <dgm:prSet presAssocID="{DFEA9825-1174-3849-AE91-5226144E721D}" presName="rootComposite" presStyleCnt="0"/>
      <dgm:spPr/>
    </dgm:pt>
    <dgm:pt modelId="{4A00CD21-E9C5-1B4E-847D-28AAD0F33874}" type="pres">
      <dgm:prSet presAssocID="{DFEA9825-1174-3849-AE91-5226144E721D}" presName="rootText" presStyleLbl="node3" presStyleIdx="6" presStyleCnt="10" custLinFactNeighborX="10970" custLinFactNeighborY="3666">
        <dgm:presLayoutVars>
          <dgm:chPref val="3"/>
        </dgm:presLayoutVars>
      </dgm:prSet>
      <dgm:spPr/>
    </dgm:pt>
    <dgm:pt modelId="{02CFB58D-837F-CB43-8D09-CC1F723AE2D2}" type="pres">
      <dgm:prSet presAssocID="{DFEA9825-1174-3849-AE91-5226144E721D}" presName="rootConnector" presStyleLbl="node3" presStyleIdx="6" presStyleCnt="10"/>
      <dgm:spPr/>
    </dgm:pt>
    <dgm:pt modelId="{AFA4C72D-8174-6E42-86A4-D97F86A6FABC}" type="pres">
      <dgm:prSet presAssocID="{DFEA9825-1174-3849-AE91-5226144E721D}" presName="hierChild4" presStyleCnt="0"/>
      <dgm:spPr/>
    </dgm:pt>
    <dgm:pt modelId="{42CFB2E6-5532-2E48-A5EF-6AF3D2CCFD6F}" type="pres">
      <dgm:prSet presAssocID="{DFEA9825-1174-3849-AE91-5226144E721D}" presName="hierChild5" presStyleCnt="0"/>
      <dgm:spPr/>
    </dgm:pt>
    <dgm:pt modelId="{4CD1554B-6482-8E4E-A4C3-70CF0849A0DC}" type="pres">
      <dgm:prSet presAssocID="{B2FFBF2E-97F8-BC47-B15A-C9630EA949DE}" presName="Name37" presStyleLbl="parChTrans1D3" presStyleIdx="7" presStyleCnt="10"/>
      <dgm:spPr/>
    </dgm:pt>
    <dgm:pt modelId="{1A495397-6740-C348-8B42-C86D5688E844}" type="pres">
      <dgm:prSet presAssocID="{3C3224F7-6688-2947-A570-CC5FCD056638}" presName="hierRoot2" presStyleCnt="0">
        <dgm:presLayoutVars>
          <dgm:hierBranch val="init"/>
        </dgm:presLayoutVars>
      </dgm:prSet>
      <dgm:spPr/>
    </dgm:pt>
    <dgm:pt modelId="{982BBBF2-6A3F-A94F-BDE9-027109E81C47}" type="pres">
      <dgm:prSet presAssocID="{3C3224F7-6688-2947-A570-CC5FCD056638}" presName="rootComposite" presStyleCnt="0"/>
      <dgm:spPr/>
    </dgm:pt>
    <dgm:pt modelId="{A50BFD5B-0360-5840-BCCC-A030D053B734}" type="pres">
      <dgm:prSet presAssocID="{3C3224F7-6688-2947-A570-CC5FCD056638}" presName="rootText" presStyleLbl="node3" presStyleIdx="7" presStyleCnt="10" custLinFactNeighborX="11334" custLinFactNeighborY="-2151">
        <dgm:presLayoutVars>
          <dgm:chPref val="3"/>
        </dgm:presLayoutVars>
      </dgm:prSet>
      <dgm:spPr/>
    </dgm:pt>
    <dgm:pt modelId="{467D3949-C1B0-DA4E-B8B1-F3F9F8269B02}" type="pres">
      <dgm:prSet presAssocID="{3C3224F7-6688-2947-A570-CC5FCD056638}" presName="rootConnector" presStyleLbl="node3" presStyleIdx="7" presStyleCnt="10"/>
      <dgm:spPr/>
    </dgm:pt>
    <dgm:pt modelId="{0B14CBE6-8FC1-F04E-91A6-69D3AE0241E9}" type="pres">
      <dgm:prSet presAssocID="{3C3224F7-6688-2947-A570-CC5FCD056638}" presName="hierChild4" presStyleCnt="0"/>
      <dgm:spPr/>
    </dgm:pt>
    <dgm:pt modelId="{27D83913-7D5E-5348-94CA-FB41A65EAE3B}" type="pres">
      <dgm:prSet presAssocID="{3C3224F7-6688-2947-A570-CC5FCD056638}" presName="hierChild5" presStyleCnt="0"/>
      <dgm:spPr/>
    </dgm:pt>
    <dgm:pt modelId="{5E0D2FFB-E310-8143-A31E-65F7D89235F5}" type="pres">
      <dgm:prSet presAssocID="{FDC028F5-7D54-3144-8379-85012776DB28}" presName="hierChild5" presStyleCnt="0"/>
      <dgm:spPr/>
    </dgm:pt>
    <dgm:pt modelId="{E45C3ACC-F71A-9045-859B-A3EEAE392744}" type="pres">
      <dgm:prSet presAssocID="{8061289A-4C6D-CA4E-BC08-89272BCB4C2C}" presName="Name37" presStyleLbl="parChTrans1D2" presStyleIdx="4" presStyleCnt="5"/>
      <dgm:spPr/>
    </dgm:pt>
    <dgm:pt modelId="{19B85B60-4611-2B42-AC62-61AADB662371}" type="pres">
      <dgm:prSet presAssocID="{C6114C0B-D45A-FE4A-820C-868B6E12A4C0}" presName="hierRoot2" presStyleCnt="0">
        <dgm:presLayoutVars>
          <dgm:hierBranch val="init"/>
        </dgm:presLayoutVars>
      </dgm:prSet>
      <dgm:spPr/>
    </dgm:pt>
    <dgm:pt modelId="{85F3266B-728C-914D-9ECF-79761C256896}" type="pres">
      <dgm:prSet presAssocID="{C6114C0B-D45A-FE4A-820C-868B6E12A4C0}" presName="rootComposite" presStyleCnt="0"/>
      <dgm:spPr/>
    </dgm:pt>
    <dgm:pt modelId="{6DA50700-4E6E-4B40-89BE-18E34343955C}" type="pres">
      <dgm:prSet presAssocID="{C6114C0B-D45A-FE4A-820C-868B6E12A4C0}" presName="rootText" presStyleLbl="node2" presStyleIdx="4" presStyleCnt="5" custLinFactNeighborX="41359" custLinFactNeighborY="1808">
        <dgm:presLayoutVars>
          <dgm:chPref val="3"/>
        </dgm:presLayoutVars>
      </dgm:prSet>
      <dgm:spPr/>
    </dgm:pt>
    <dgm:pt modelId="{98C2954B-E616-264B-8A3B-4262243E058B}" type="pres">
      <dgm:prSet presAssocID="{C6114C0B-D45A-FE4A-820C-868B6E12A4C0}" presName="rootConnector" presStyleLbl="node2" presStyleIdx="4" presStyleCnt="5"/>
      <dgm:spPr/>
    </dgm:pt>
    <dgm:pt modelId="{72543E0C-1C5F-D045-A99F-D6061ADD6643}" type="pres">
      <dgm:prSet presAssocID="{C6114C0B-D45A-FE4A-820C-868B6E12A4C0}" presName="hierChild4" presStyleCnt="0"/>
      <dgm:spPr/>
    </dgm:pt>
    <dgm:pt modelId="{FFBD32EE-5374-134B-AE19-A9EA713014D7}" type="pres">
      <dgm:prSet presAssocID="{C4C4800C-C7D2-AC43-B32C-40077EB2CC39}" presName="Name37" presStyleLbl="parChTrans1D3" presStyleIdx="8" presStyleCnt="10"/>
      <dgm:spPr/>
    </dgm:pt>
    <dgm:pt modelId="{737C7674-1D17-0048-BF2A-19CD0865836B}" type="pres">
      <dgm:prSet presAssocID="{06846EF5-9DFA-B145-8253-32AA96363170}" presName="hierRoot2" presStyleCnt="0">
        <dgm:presLayoutVars>
          <dgm:hierBranch val="init"/>
        </dgm:presLayoutVars>
      </dgm:prSet>
      <dgm:spPr/>
    </dgm:pt>
    <dgm:pt modelId="{DE706CCD-60AA-3F48-B4E5-802D05FAC723}" type="pres">
      <dgm:prSet presAssocID="{06846EF5-9DFA-B145-8253-32AA96363170}" presName="rootComposite" presStyleCnt="0"/>
      <dgm:spPr/>
    </dgm:pt>
    <dgm:pt modelId="{DAB15057-8CAC-DA45-8AF4-B558471C2C13}" type="pres">
      <dgm:prSet presAssocID="{06846EF5-9DFA-B145-8253-32AA96363170}" presName="rootText" presStyleLbl="node3" presStyleIdx="8" presStyleCnt="10" custLinFactNeighborX="35131" custLinFactNeighborY="5130">
        <dgm:presLayoutVars>
          <dgm:chPref val="3"/>
        </dgm:presLayoutVars>
      </dgm:prSet>
      <dgm:spPr/>
    </dgm:pt>
    <dgm:pt modelId="{808E18FB-329D-5E43-9CD6-0D14CC0199AF}" type="pres">
      <dgm:prSet presAssocID="{06846EF5-9DFA-B145-8253-32AA96363170}" presName="rootConnector" presStyleLbl="node3" presStyleIdx="8" presStyleCnt="10"/>
      <dgm:spPr/>
    </dgm:pt>
    <dgm:pt modelId="{D43F8CAE-421A-4646-AE7C-5912C342B386}" type="pres">
      <dgm:prSet presAssocID="{06846EF5-9DFA-B145-8253-32AA96363170}" presName="hierChild4" presStyleCnt="0"/>
      <dgm:spPr/>
    </dgm:pt>
    <dgm:pt modelId="{35ACD6A3-5475-9243-AC4E-0EBE45659AC9}" type="pres">
      <dgm:prSet presAssocID="{06846EF5-9DFA-B145-8253-32AA96363170}" presName="hierChild5" presStyleCnt="0"/>
      <dgm:spPr/>
    </dgm:pt>
    <dgm:pt modelId="{E10326B5-2FB8-C243-B6C8-3C8385281213}" type="pres">
      <dgm:prSet presAssocID="{D09729B5-3B3F-9548-8A03-8B2692EBDE97}" presName="Name37" presStyleLbl="parChTrans1D3" presStyleIdx="9" presStyleCnt="10"/>
      <dgm:spPr/>
    </dgm:pt>
    <dgm:pt modelId="{2E9CBBE6-7E9C-334E-B10B-85ED46F61B42}" type="pres">
      <dgm:prSet presAssocID="{20E19F3A-4827-E949-8299-9640A17438E7}" presName="hierRoot2" presStyleCnt="0">
        <dgm:presLayoutVars>
          <dgm:hierBranch val="init"/>
        </dgm:presLayoutVars>
      </dgm:prSet>
      <dgm:spPr/>
    </dgm:pt>
    <dgm:pt modelId="{FD3B06C0-C636-274D-B7C9-E53E0881D9DD}" type="pres">
      <dgm:prSet presAssocID="{20E19F3A-4827-E949-8299-9640A17438E7}" presName="rootComposite" presStyleCnt="0"/>
      <dgm:spPr/>
    </dgm:pt>
    <dgm:pt modelId="{749C8CDD-32B8-3E42-AB10-5DFA7DD6B2A1}" type="pres">
      <dgm:prSet presAssocID="{20E19F3A-4827-E949-8299-9640A17438E7}" presName="rootText" presStyleLbl="node3" presStyleIdx="9" presStyleCnt="10" custLinFactNeighborX="35497" custLinFactNeighborY="-3660">
        <dgm:presLayoutVars>
          <dgm:chPref val="3"/>
        </dgm:presLayoutVars>
      </dgm:prSet>
      <dgm:spPr/>
    </dgm:pt>
    <dgm:pt modelId="{FA7BD9A5-6A31-0E41-897C-5D26B2336F49}" type="pres">
      <dgm:prSet presAssocID="{20E19F3A-4827-E949-8299-9640A17438E7}" presName="rootConnector" presStyleLbl="node3" presStyleIdx="9" presStyleCnt="10"/>
      <dgm:spPr/>
    </dgm:pt>
    <dgm:pt modelId="{F8CECE58-908B-914E-B88C-5F5D365E6561}" type="pres">
      <dgm:prSet presAssocID="{20E19F3A-4827-E949-8299-9640A17438E7}" presName="hierChild4" presStyleCnt="0"/>
      <dgm:spPr/>
    </dgm:pt>
    <dgm:pt modelId="{ECC85016-6BF9-BB4F-A11D-581242673844}" type="pres">
      <dgm:prSet presAssocID="{20E19F3A-4827-E949-8299-9640A17438E7}" presName="hierChild5" presStyleCnt="0"/>
      <dgm:spPr/>
    </dgm:pt>
    <dgm:pt modelId="{6E66AEEF-2E32-5045-98D4-F8409EFA04D8}" type="pres">
      <dgm:prSet presAssocID="{C6114C0B-D45A-FE4A-820C-868B6E12A4C0}" presName="hierChild5" presStyleCnt="0"/>
      <dgm:spPr/>
    </dgm:pt>
    <dgm:pt modelId="{343C97AB-4713-6E4C-9048-B8F24CFB2194}" type="pres">
      <dgm:prSet presAssocID="{964F8C80-D9A7-7147-94E3-686E1B5B2326}" presName="hierChild3" presStyleCnt="0"/>
      <dgm:spPr/>
    </dgm:pt>
  </dgm:ptLst>
  <dgm:cxnLst>
    <dgm:cxn modelId="{88F68802-9AAF-F74C-9BF1-370D6DCAF1D8}" type="presOf" srcId="{1ADE93F7-41D0-D743-90C2-05C226443EB6}" destId="{29BE5407-B3E2-5347-B475-8B24B5FC07E3}" srcOrd="1" destOrd="0" presId="urn:microsoft.com/office/officeart/2005/8/layout/orgChart1"/>
    <dgm:cxn modelId="{31862903-6915-EA4C-ABA1-512CE614A8F0}" type="presOf" srcId="{79BE728D-9440-AC4F-9FFD-FD9B09767B28}" destId="{EA35F4D5-3F1F-674C-A29F-AF934EDC3F17}" srcOrd="0" destOrd="0" presId="urn:microsoft.com/office/officeart/2005/8/layout/orgChart1"/>
    <dgm:cxn modelId="{C9FC8903-1096-8240-8226-5DA03EF48387}" type="presOf" srcId="{79BE728D-9440-AC4F-9FFD-FD9B09767B28}" destId="{62DD9D04-7A48-8146-9C2C-F5372605E3AA}" srcOrd="1" destOrd="0" presId="urn:microsoft.com/office/officeart/2005/8/layout/orgChart1"/>
    <dgm:cxn modelId="{30C41004-4538-6547-939E-8ADEAF1DF73B}" type="presOf" srcId="{387A71A6-D05C-704C-96E8-8D8C33DE1C34}" destId="{370A2B44-D632-274A-B2E2-49544850838D}" srcOrd="1" destOrd="0" presId="urn:microsoft.com/office/officeart/2005/8/layout/orgChart1"/>
    <dgm:cxn modelId="{80851F13-643F-BF44-B3DF-2B6E5E72A56E}" type="presOf" srcId="{D61A033E-5CB6-954D-95C7-D3E74DB60B2E}" destId="{7394C96F-7F5E-4646-BB1A-8D8EA1683A8F}" srcOrd="1" destOrd="0" presId="urn:microsoft.com/office/officeart/2005/8/layout/orgChart1"/>
    <dgm:cxn modelId="{8C522915-1E1F-ED47-A47E-742375DD0731}" type="presOf" srcId="{B2FFBF2E-97F8-BC47-B15A-C9630EA949DE}" destId="{4CD1554B-6482-8E4E-A4C3-70CF0849A0DC}" srcOrd="0" destOrd="0" presId="urn:microsoft.com/office/officeart/2005/8/layout/orgChart1"/>
    <dgm:cxn modelId="{6D72371A-8C9D-F94D-8B0A-F0B29A66D0D3}" type="presOf" srcId="{A198865D-1126-5B4B-B07D-560F5A382D0C}" destId="{E7C87DCA-46CC-B34B-BA92-1C8B922BFB21}" srcOrd="0" destOrd="0" presId="urn:microsoft.com/office/officeart/2005/8/layout/orgChart1"/>
    <dgm:cxn modelId="{18F1B71A-B27A-E147-94BA-1E0EC342A286}" type="presOf" srcId="{C97D462D-79DA-5A4D-B929-7E9FFE3FA0A2}" destId="{B06E696F-90BE-F848-B9CF-F11687A7F4E4}" srcOrd="1" destOrd="0" presId="urn:microsoft.com/office/officeart/2005/8/layout/orgChart1"/>
    <dgm:cxn modelId="{2B060B1B-332F-FE4B-96B0-AA02FB4A1285}" srcId="{9ED21394-28AF-2449-ACD5-7D979EA6CFFE}" destId="{A77AE531-1861-D54A-AABF-6DCC3012C001}" srcOrd="0" destOrd="0" parTransId="{9C5F0A0C-FF3B-D54F-9AC5-E641143B43B1}" sibTransId="{F2D479D7-53F7-EF46-8BD8-487DF40DF059}"/>
    <dgm:cxn modelId="{5AA34F1B-5EBD-F949-8CCC-5281961AA826}" srcId="{6ACD5CC8-8A15-284C-A22B-D699E20C90E9}" destId="{E706372B-F381-024F-BE72-88BAF3E9E5C7}" srcOrd="1" destOrd="0" parTransId="{1F940055-6F76-904E-A4A8-DAECA2ECCA05}" sibTransId="{AE681B16-6669-F84F-93EC-5B92F0E0A9A0}"/>
    <dgm:cxn modelId="{EC46FC1D-18FD-884B-B822-8AF092738587}" srcId="{9ED21394-28AF-2449-ACD5-7D979EA6CFFE}" destId="{C97D462D-79DA-5A4D-B929-7E9FFE3FA0A2}" srcOrd="1" destOrd="0" parTransId="{4F4322FC-14ED-9146-8E68-A881EE363C72}" sibTransId="{383E1162-DBD8-0F44-8413-48027B2DC264}"/>
    <dgm:cxn modelId="{48C7DE1F-143C-A24F-ABF7-D1A453EBA188}" type="presOf" srcId="{9ED21394-28AF-2449-ACD5-7D979EA6CFFE}" destId="{3C95642C-C8D1-1844-BEE6-0F5E2A4560A1}" srcOrd="1" destOrd="0" presId="urn:microsoft.com/office/officeart/2005/8/layout/orgChart1"/>
    <dgm:cxn modelId="{45B41D35-5CFD-8445-8949-02BE791D1FAA}" type="presOf" srcId="{C6114C0B-D45A-FE4A-820C-868B6E12A4C0}" destId="{98C2954B-E616-264B-8A3B-4262243E058B}" srcOrd="1" destOrd="0" presId="urn:microsoft.com/office/officeart/2005/8/layout/orgChart1"/>
    <dgm:cxn modelId="{9F4BD93B-2501-6B40-A37C-86F9B9889E1F}" type="presOf" srcId="{C4C4800C-C7D2-AC43-B32C-40077EB2CC39}" destId="{FFBD32EE-5374-134B-AE19-A9EA713014D7}" srcOrd="0" destOrd="0" presId="urn:microsoft.com/office/officeart/2005/8/layout/orgChart1"/>
    <dgm:cxn modelId="{B5F89E3F-8225-F942-94CD-32C542E15FF1}" type="presOf" srcId="{A77AE531-1861-D54A-AABF-6DCC3012C001}" destId="{76FA82E5-ADB7-2D40-97CC-EA70DC76A807}" srcOrd="1" destOrd="0" presId="urn:microsoft.com/office/officeart/2005/8/layout/orgChart1"/>
    <dgm:cxn modelId="{B9169147-5839-6149-A817-0BB3283C2B9F}" type="presOf" srcId="{387A71A6-D05C-704C-96E8-8D8C33DE1C34}" destId="{6D0A8143-3FBE-7443-A790-520D7D9DB354}" srcOrd="0" destOrd="0" presId="urn:microsoft.com/office/officeart/2005/8/layout/orgChart1"/>
    <dgm:cxn modelId="{11550849-6A15-834C-ABAA-7660C11E7F0A}" type="presOf" srcId="{E80606E0-B65A-7246-8783-0EC53442AA44}" destId="{560F6E17-7D08-9A4F-B812-EEADE8676DC4}" srcOrd="0" destOrd="0" presId="urn:microsoft.com/office/officeart/2005/8/layout/orgChart1"/>
    <dgm:cxn modelId="{1021C649-CE0C-A643-B255-F82362C98E2A}" type="presOf" srcId="{3C3224F7-6688-2947-A570-CC5FCD056638}" destId="{A50BFD5B-0360-5840-BCCC-A030D053B734}" srcOrd="0" destOrd="0" presId="urn:microsoft.com/office/officeart/2005/8/layout/orgChart1"/>
    <dgm:cxn modelId="{75C2634E-AE56-E44B-8217-6C4C4677E83E}" type="presOf" srcId="{964F8C80-D9A7-7147-94E3-686E1B5B2326}" destId="{15D46200-241E-124C-8812-265CBBD4DB99}" srcOrd="0" destOrd="0" presId="urn:microsoft.com/office/officeart/2005/8/layout/orgChart1"/>
    <dgm:cxn modelId="{04AC8F55-C1EB-C64A-870B-6EBE8AFE0EDF}" type="presOf" srcId="{E706372B-F381-024F-BE72-88BAF3E9E5C7}" destId="{D1AA9526-C278-5741-871E-C96567E6AFCF}" srcOrd="0" destOrd="0" presId="urn:microsoft.com/office/officeart/2005/8/layout/orgChart1"/>
    <dgm:cxn modelId="{2E6A0956-D5AA-4F43-AA8D-8A5CF47B9DC4}" srcId="{FDC028F5-7D54-3144-8379-85012776DB28}" destId="{DFEA9825-1174-3849-AE91-5226144E721D}" srcOrd="0" destOrd="0" parTransId="{CBD8A1F1-6051-C342-AF4E-59EE38152E29}" sibTransId="{5F1790C6-45EA-9044-A8C3-B0EB3A90AEB0}"/>
    <dgm:cxn modelId="{21925B57-5910-8D43-8F81-B565037BFB33}" type="presOf" srcId="{D61A033E-5CB6-954D-95C7-D3E74DB60B2E}" destId="{9AC0DEEC-76D9-1046-BE39-03BDCFC8555A}" srcOrd="0" destOrd="0" presId="urn:microsoft.com/office/officeart/2005/8/layout/orgChart1"/>
    <dgm:cxn modelId="{63A30258-C202-4547-AC5A-3FF8213449E2}" srcId="{C6114C0B-D45A-FE4A-820C-868B6E12A4C0}" destId="{06846EF5-9DFA-B145-8253-32AA96363170}" srcOrd="0" destOrd="0" parTransId="{C4C4800C-C7D2-AC43-B32C-40077EB2CC39}" sibTransId="{64DE7D12-C13A-0344-994B-741257BDB390}"/>
    <dgm:cxn modelId="{B0B7C45A-B24D-2C43-BCD5-C38FCD906C84}" srcId="{6ACD5CC8-8A15-284C-A22B-D699E20C90E9}" destId="{1ADE93F7-41D0-D743-90C2-05C226443EB6}" srcOrd="0" destOrd="0" parTransId="{8991EBE4-75DE-2147-AF13-E306060AEB94}" sibTransId="{F18B0B2A-2DC0-CB4F-B7F6-5939424B29AB}"/>
    <dgm:cxn modelId="{CAC8625D-7C34-694C-A391-F8BFC41AF8DC}" srcId="{D61A033E-5CB6-954D-95C7-D3E74DB60B2E}" destId="{387A71A6-D05C-704C-96E8-8D8C33DE1C34}" srcOrd="1" destOrd="0" parTransId="{E80606E0-B65A-7246-8783-0EC53442AA44}" sibTransId="{0E77CE97-4CC3-404E-90D0-1430AE9BA795}"/>
    <dgm:cxn modelId="{6FDB2461-0623-2A42-8A4B-7EE20E858686}" type="presOf" srcId="{1ADE93F7-41D0-D743-90C2-05C226443EB6}" destId="{18D3E9A3-9BEF-9842-B908-AF6BB9ADDE20}" srcOrd="0" destOrd="0" presId="urn:microsoft.com/office/officeart/2005/8/layout/orgChart1"/>
    <dgm:cxn modelId="{B9521D62-AFE8-BB45-A5B8-4813BF92B2DF}" type="presOf" srcId="{A77AE531-1861-D54A-AABF-6DCC3012C001}" destId="{E01BC88B-1C83-5342-A0C4-ECF3EBB60FD6}" srcOrd="0" destOrd="0" presId="urn:microsoft.com/office/officeart/2005/8/layout/orgChart1"/>
    <dgm:cxn modelId="{DD9B8864-D10D-DC43-AFB6-4F6BC13220E8}" srcId="{C6114C0B-D45A-FE4A-820C-868B6E12A4C0}" destId="{20E19F3A-4827-E949-8299-9640A17438E7}" srcOrd="1" destOrd="0" parTransId="{D09729B5-3B3F-9548-8A03-8B2692EBDE97}" sibTransId="{08B1DEEE-016C-BE4E-BD48-FED1569EBB90}"/>
    <dgm:cxn modelId="{830CA566-47AC-1E47-9F3A-D2B102697499}" srcId="{964F8C80-D9A7-7147-94E3-686E1B5B2326}" destId="{D61A033E-5CB6-954D-95C7-D3E74DB60B2E}" srcOrd="1" destOrd="0" parTransId="{0D2004A1-6FB2-C74A-BD2A-657B7E4374F4}" sibTransId="{D1869BDC-E65D-5C4A-B313-E1707AADA2EA}"/>
    <dgm:cxn modelId="{080CDF67-9568-AF4C-AE04-A850E962877D}" type="presOf" srcId="{06846EF5-9DFA-B145-8253-32AA96363170}" destId="{DAB15057-8CAC-DA45-8AF4-B558471C2C13}" srcOrd="0" destOrd="0" presId="urn:microsoft.com/office/officeart/2005/8/layout/orgChart1"/>
    <dgm:cxn modelId="{EEC0E169-12FE-7C45-AE8B-74AF25EDF4A2}" type="presOf" srcId="{D09729B5-3B3F-9548-8A03-8B2692EBDE97}" destId="{E10326B5-2FB8-C243-B6C8-3C8385281213}" srcOrd="0" destOrd="0" presId="urn:microsoft.com/office/officeart/2005/8/layout/orgChart1"/>
    <dgm:cxn modelId="{4BEA566B-00A3-D94E-88D7-F741E053C6E8}" type="presOf" srcId="{8991EBE4-75DE-2147-AF13-E306060AEB94}" destId="{4B7F9449-580B-4C4D-9946-1BFE7E92704C}" srcOrd="0" destOrd="0" presId="urn:microsoft.com/office/officeart/2005/8/layout/orgChart1"/>
    <dgm:cxn modelId="{0581D979-E2A3-C740-B478-320AA1002475}" type="presOf" srcId="{6ACD5CC8-8A15-284C-A22B-D699E20C90E9}" destId="{B643795F-0A38-DD41-A135-B902296CCCC9}" srcOrd="1" destOrd="0" presId="urn:microsoft.com/office/officeart/2005/8/layout/orgChart1"/>
    <dgm:cxn modelId="{A568767C-3A9F-EF4B-8B7A-C02062D3CB7B}" srcId="{964F8C80-D9A7-7147-94E3-686E1B5B2326}" destId="{6ACD5CC8-8A15-284C-A22B-D699E20C90E9}" srcOrd="2" destOrd="0" parTransId="{0C65FD56-1926-1944-9138-C0B2A0E94BDE}" sibTransId="{3F94E24A-710C-4543-B3D3-AFD1B59DFB11}"/>
    <dgm:cxn modelId="{5DF1EA80-9B87-1A41-814F-45DCBC7C1B3F}" type="presOf" srcId="{C6114C0B-D45A-FE4A-820C-868B6E12A4C0}" destId="{6DA50700-4E6E-4B40-89BE-18E34343955C}" srcOrd="0" destOrd="0" presId="urn:microsoft.com/office/officeart/2005/8/layout/orgChart1"/>
    <dgm:cxn modelId="{4C3BD289-92DC-434A-B24A-616967D2EEA1}" type="presOf" srcId="{CBD8A1F1-6051-C342-AF4E-59EE38152E29}" destId="{3C1AED3A-5D1B-104B-BDCB-73A8D4EC36BE}" srcOrd="0" destOrd="0" presId="urn:microsoft.com/office/officeart/2005/8/layout/orgChart1"/>
    <dgm:cxn modelId="{DBCDDC8A-1A3A-034B-9D69-9F3D9E1D83A9}" type="presOf" srcId="{6ACD5CC8-8A15-284C-A22B-D699E20C90E9}" destId="{9B51B52B-953B-614D-99C9-4C50B92F8B52}" srcOrd="0" destOrd="0" presId="urn:microsoft.com/office/officeart/2005/8/layout/orgChart1"/>
    <dgm:cxn modelId="{1370768B-F2CA-2B44-B352-1CD3CEE3D967}" type="presOf" srcId="{C97D462D-79DA-5A4D-B929-7E9FFE3FA0A2}" destId="{070CE7C8-A1FE-984B-BC8C-A43E4961A165}" srcOrd="0" destOrd="0" presId="urn:microsoft.com/office/officeart/2005/8/layout/orgChart1"/>
    <dgm:cxn modelId="{48F86C8E-3C16-0140-A893-983C15681FA3}" type="presOf" srcId="{1F940055-6F76-904E-A4A8-DAECA2ECCA05}" destId="{68B6E98E-EFCE-8F44-9F83-E70DE3F75F22}" srcOrd="0" destOrd="0" presId="urn:microsoft.com/office/officeart/2005/8/layout/orgChart1"/>
    <dgm:cxn modelId="{63722392-0591-4C4D-9E9B-96869DF8261D}" type="presOf" srcId="{20E19F3A-4827-E949-8299-9640A17438E7}" destId="{749C8CDD-32B8-3E42-AB10-5DFA7DD6B2A1}" srcOrd="0" destOrd="0" presId="urn:microsoft.com/office/officeart/2005/8/layout/orgChart1"/>
    <dgm:cxn modelId="{9F8BDC97-1830-164E-B4D4-1592C79E8189}" type="presOf" srcId="{4F4322FC-14ED-9146-8E68-A881EE363C72}" destId="{194AF3BE-5CBF-6047-B94D-72FB9E9A66E4}" srcOrd="0" destOrd="0" presId="urn:microsoft.com/office/officeart/2005/8/layout/orgChart1"/>
    <dgm:cxn modelId="{E811659B-34B6-FA4B-825B-110173E0B0B2}" type="presOf" srcId="{FDC028F5-7D54-3144-8379-85012776DB28}" destId="{A3B69341-1E0C-6947-8657-F559EFCFAE22}" srcOrd="0" destOrd="0" presId="urn:microsoft.com/office/officeart/2005/8/layout/orgChart1"/>
    <dgm:cxn modelId="{F929989D-2790-4D44-83EA-F5BADD5756C2}" srcId="{C0A02CFA-256D-184A-84A9-7B333AE1E20B}" destId="{964F8C80-D9A7-7147-94E3-686E1B5B2326}" srcOrd="0" destOrd="0" parTransId="{9B4F601B-A8B8-304A-8C48-AC848799C699}" sibTransId="{5FF64C7B-1ED5-D94B-93E3-D5BF1E11EB5D}"/>
    <dgm:cxn modelId="{F75EFEB0-C1DD-7149-8BB6-41F5D6B8C2D2}" type="presOf" srcId="{C0A02CFA-256D-184A-84A9-7B333AE1E20B}" destId="{A5EEAC33-FB55-2C42-9275-B422FCCC0334}" srcOrd="0" destOrd="0" presId="urn:microsoft.com/office/officeart/2005/8/layout/orgChart1"/>
    <dgm:cxn modelId="{447503B1-6098-224B-96D6-8248419278D8}" type="presOf" srcId="{964F8C80-D9A7-7147-94E3-686E1B5B2326}" destId="{552E944B-EDB1-7549-ACA4-FC140E77EA39}" srcOrd="1" destOrd="0" presId="urn:microsoft.com/office/officeart/2005/8/layout/orgChart1"/>
    <dgm:cxn modelId="{15D432B1-EBDB-1E40-80D2-48A8F1BD6A91}" type="presOf" srcId="{3C3224F7-6688-2947-A570-CC5FCD056638}" destId="{467D3949-C1B0-DA4E-B8B1-F3F9F8269B02}" srcOrd="1" destOrd="0" presId="urn:microsoft.com/office/officeart/2005/8/layout/orgChart1"/>
    <dgm:cxn modelId="{A30EFCBF-B56E-384E-85CC-68D073BCE4B4}" srcId="{964F8C80-D9A7-7147-94E3-686E1B5B2326}" destId="{FDC028F5-7D54-3144-8379-85012776DB28}" srcOrd="3" destOrd="0" parTransId="{BA287B3A-4923-464F-AE2A-6B2D72C9B648}" sibTransId="{64F2DFBD-A6BB-594F-9FFF-863310B4BB15}"/>
    <dgm:cxn modelId="{BF13FDC2-C4A8-274A-B4E1-0B19C79D7C55}" type="presOf" srcId="{06846EF5-9DFA-B145-8253-32AA96363170}" destId="{808E18FB-329D-5E43-9CD6-0D14CC0199AF}" srcOrd="1" destOrd="0" presId="urn:microsoft.com/office/officeart/2005/8/layout/orgChart1"/>
    <dgm:cxn modelId="{A81340CA-DDD3-AE43-B372-D797F2EF8B90}" type="presOf" srcId="{0C65FD56-1926-1944-9138-C0B2A0E94BDE}" destId="{703D8A21-C5E3-6745-87D7-AE81EAB738AB}" srcOrd="0" destOrd="0" presId="urn:microsoft.com/office/officeart/2005/8/layout/orgChart1"/>
    <dgm:cxn modelId="{985D65CB-F59D-B448-AB6A-7F8EB8EC07CE}" type="presOf" srcId="{0D2004A1-6FB2-C74A-BD2A-657B7E4374F4}" destId="{7884E6FC-2425-6F46-BF54-2D33AA784310}" srcOrd="0" destOrd="0" presId="urn:microsoft.com/office/officeart/2005/8/layout/orgChart1"/>
    <dgm:cxn modelId="{9BE3F7D1-AB96-A544-9092-C96170CAECDD}" srcId="{964F8C80-D9A7-7147-94E3-686E1B5B2326}" destId="{9ED21394-28AF-2449-ACD5-7D979EA6CFFE}" srcOrd="0" destOrd="0" parTransId="{A198865D-1126-5B4B-B07D-560F5A382D0C}" sibTransId="{FC2915F3-FB24-F443-A7AA-C5D31D293548}"/>
    <dgm:cxn modelId="{B96271D5-5809-B64D-9F40-518ABBC571B3}" type="presOf" srcId="{8061289A-4C6D-CA4E-BC08-89272BCB4C2C}" destId="{E45C3ACC-F71A-9045-859B-A3EEAE392744}" srcOrd="0" destOrd="0" presId="urn:microsoft.com/office/officeart/2005/8/layout/orgChart1"/>
    <dgm:cxn modelId="{C8E126D6-5D8D-D241-A433-9BA00286FFBE}" type="presOf" srcId="{E706372B-F381-024F-BE72-88BAF3E9E5C7}" destId="{ACDFDFA3-8AE7-CC47-BE23-8DC549D91464}" srcOrd="1" destOrd="0" presId="urn:microsoft.com/office/officeart/2005/8/layout/orgChart1"/>
    <dgm:cxn modelId="{B62D81E0-4C61-A44F-97E6-4B2A52BDFEC1}" srcId="{964F8C80-D9A7-7147-94E3-686E1B5B2326}" destId="{C6114C0B-D45A-FE4A-820C-868B6E12A4C0}" srcOrd="4" destOrd="0" parTransId="{8061289A-4C6D-CA4E-BC08-89272BCB4C2C}" sibTransId="{1405451A-1348-7A4A-BC6D-526242840811}"/>
    <dgm:cxn modelId="{CEF319E2-C81F-3B45-8AE5-C27D64FFF564}" srcId="{D61A033E-5CB6-954D-95C7-D3E74DB60B2E}" destId="{79BE728D-9440-AC4F-9FFD-FD9B09767B28}" srcOrd="0" destOrd="0" parTransId="{48DC5DFD-FB8A-6D47-95DF-B25CB1D4C2BE}" sibTransId="{6ED8180B-EBBB-254A-BD15-F06ABA2C9983}"/>
    <dgm:cxn modelId="{877F3AE7-12D3-A944-BFEF-750257CCB5EA}" type="presOf" srcId="{9ED21394-28AF-2449-ACD5-7D979EA6CFFE}" destId="{2C9E300C-20AE-CA45-9E94-FBFBB5E00831}" srcOrd="0" destOrd="0" presId="urn:microsoft.com/office/officeart/2005/8/layout/orgChart1"/>
    <dgm:cxn modelId="{903D8EEA-A647-D745-86CD-40058B8CC728}" srcId="{FDC028F5-7D54-3144-8379-85012776DB28}" destId="{3C3224F7-6688-2947-A570-CC5FCD056638}" srcOrd="1" destOrd="0" parTransId="{B2FFBF2E-97F8-BC47-B15A-C9630EA949DE}" sibTransId="{2D430E11-AD86-F641-BE24-E39FAC504568}"/>
    <dgm:cxn modelId="{C7C47DED-BACD-9944-B656-A3BA285F79A8}" type="presOf" srcId="{BA287B3A-4923-464F-AE2A-6B2D72C9B648}" destId="{31B16068-D89A-BA41-ABA7-104B06E30564}" srcOrd="0" destOrd="0" presId="urn:microsoft.com/office/officeart/2005/8/layout/orgChart1"/>
    <dgm:cxn modelId="{1089B2EE-E3ED-5443-92BB-1D0BF3B41FE8}" type="presOf" srcId="{FDC028F5-7D54-3144-8379-85012776DB28}" destId="{2D54B54D-A258-6C4B-ABA7-691DD5527890}" srcOrd="1" destOrd="0" presId="urn:microsoft.com/office/officeart/2005/8/layout/orgChart1"/>
    <dgm:cxn modelId="{9CBC2EFA-D420-E144-8EEA-3F1D7985498E}" type="presOf" srcId="{48DC5DFD-FB8A-6D47-95DF-B25CB1D4C2BE}" destId="{A3706F89-7C35-0B40-BE9F-B78D8EEB01A5}" srcOrd="0" destOrd="0" presId="urn:microsoft.com/office/officeart/2005/8/layout/orgChart1"/>
    <dgm:cxn modelId="{BB9C14FC-EC5E-EA42-A54C-F615AD492C41}" type="presOf" srcId="{9C5F0A0C-FF3B-D54F-9AC5-E641143B43B1}" destId="{1B5C304D-4859-B145-B706-A7FB980A3186}" srcOrd="0" destOrd="0" presId="urn:microsoft.com/office/officeart/2005/8/layout/orgChart1"/>
    <dgm:cxn modelId="{753460FD-9B1E-884A-B80D-CEDD780C9C84}" type="presOf" srcId="{20E19F3A-4827-E949-8299-9640A17438E7}" destId="{FA7BD9A5-6A31-0E41-897C-5D26B2336F49}" srcOrd="1" destOrd="0" presId="urn:microsoft.com/office/officeart/2005/8/layout/orgChart1"/>
    <dgm:cxn modelId="{834566FD-8322-064A-8F1E-59501124B6E1}" type="presOf" srcId="{DFEA9825-1174-3849-AE91-5226144E721D}" destId="{02CFB58D-837F-CB43-8D09-CC1F723AE2D2}" srcOrd="1" destOrd="0" presId="urn:microsoft.com/office/officeart/2005/8/layout/orgChart1"/>
    <dgm:cxn modelId="{0D9E9EFD-2040-224B-A040-80521BE544BC}" type="presOf" srcId="{DFEA9825-1174-3849-AE91-5226144E721D}" destId="{4A00CD21-E9C5-1B4E-847D-28AAD0F33874}" srcOrd="0" destOrd="0" presId="urn:microsoft.com/office/officeart/2005/8/layout/orgChart1"/>
    <dgm:cxn modelId="{B07C460A-7C17-B240-BB0D-CE19E77BBC98}" type="presParOf" srcId="{A5EEAC33-FB55-2C42-9275-B422FCCC0334}" destId="{87C3F261-447E-2148-9831-DAB0D821BCBF}" srcOrd="0" destOrd="0" presId="urn:microsoft.com/office/officeart/2005/8/layout/orgChart1"/>
    <dgm:cxn modelId="{004B6DE4-E82A-3443-9790-2496711A2FEF}" type="presParOf" srcId="{87C3F261-447E-2148-9831-DAB0D821BCBF}" destId="{B13BB04A-9F1B-134A-B198-CC69759167AC}" srcOrd="0" destOrd="0" presId="urn:microsoft.com/office/officeart/2005/8/layout/orgChart1"/>
    <dgm:cxn modelId="{DDD15FED-071A-E947-8487-52576C19150D}" type="presParOf" srcId="{B13BB04A-9F1B-134A-B198-CC69759167AC}" destId="{15D46200-241E-124C-8812-265CBBD4DB99}" srcOrd="0" destOrd="0" presId="urn:microsoft.com/office/officeart/2005/8/layout/orgChart1"/>
    <dgm:cxn modelId="{11306042-D31C-ED4A-B9FA-6A8EF26AB208}" type="presParOf" srcId="{B13BB04A-9F1B-134A-B198-CC69759167AC}" destId="{552E944B-EDB1-7549-ACA4-FC140E77EA39}" srcOrd="1" destOrd="0" presId="urn:microsoft.com/office/officeart/2005/8/layout/orgChart1"/>
    <dgm:cxn modelId="{6F297DE8-11F7-074E-A26E-9FA7B90875D0}" type="presParOf" srcId="{87C3F261-447E-2148-9831-DAB0D821BCBF}" destId="{9E178264-D817-2544-AD3F-16885238C2C1}" srcOrd="1" destOrd="0" presId="urn:microsoft.com/office/officeart/2005/8/layout/orgChart1"/>
    <dgm:cxn modelId="{F5FBCC09-AD94-5B4F-A977-4BAB75EA0F4F}" type="presParOf" srcId="{9E178264-D817-2544-AD3F-16885238C2C1}" destId="{E7C87DCA-46CC-B34B-BA92-1C8B922BFB21}" srcOrd="0" destOrd="0" presId="urn:microsoft.com/office/officeart/2005/8/layout/orgChart1"/>
    <dgm:cxn modelId="{1049F9D0-DA29-924A-99D6-BA44AA078E50}" type="presParOf" srcId="{9E178264-D817-2544-AD3F-16885238C2C1}" destId="{6534485A-E3A1-5249-B710-209073898BE1}" srcOrd="1" destOrd="0" presId="urn:microsoft.com/office/officeart/2005/8/layout/orgChart1"/>
    <dgm:cxn modelId="{3B10192E-D66E-A14A-A228-18F3186A126D}" type="presParOf" srcId="{6534485A-E3A1-5249-B710-209073898BE1}" destId="{3F229F09-4623-2B45-B3EF-21AD2E93F98B}" srcOrd="0" destOrd="0" presId="urn:microsoft.com/office/officeart/2005/8/layout/orgChart1"/>
    <dgm:cxn modelId="{46840B01-FB72-AF46-B10A-6B9633DE7179}" type="presParOf" srcId="{3F229F09-4623-2B45-B3EF-21AD2E93F98B}" destId="{2C9E300C-20AE-CA45-9E94-FBFBB5E00831}" srcOrd="0" destOrd="0" presId="urn:microsoft.com/office/officeart/2005/8/layout/orgChart1"/>
    <dgm:cxn modelId="{2312AE19-1A70-5645-9B18-4F8C9C1D0BB5}" type="presParOf" srcId="{3F229F09-4623-2B45-B3EF-21AD2E93F98B}" destId="{3C95642C-C8D1-1844-BEE6-0F5E2A4560A1}" srcOrd="1" destOrd="0" presId="urn:microsoft.com/office/officeart/2005/8/layout/orgChart1"/>
    <dgm:cxn modelId="{1F5F2728-F1F3-9847-A908-6F1C005554EB}" type="presParOf" srcId="{6534485A-E3A1-5249-B710-209073898BE1}" destId="{3CC077BB-75EE-5A4F-82B3-C79AFE3B11A7}" srcOrd="1" destOrd="0" presId="urn:microsoft.com/office/officeart/2005/8/layout/orgChart1"/>
    <dgm:cxn modelId="{97EA79C3-589D-1547-B8B5-06C94472547A}" type="presParOf" srcId="{3CC077BB-75EE-5A4F-82B3-C79AFE3B11A7}" destId="{1B5C304D-4859-B145-B706-A7FB980A3186}" srcOrd="0" destOrd="0" presId="urn:microsoft.com/office/officeart/2005/8/layout/orgChart1"/>
    <dgm:cxn modelId="{5456F7D5-B05C-4B48-82FC-6AC6B679B235}" type="presParOf" srcId="{3CC077BB-75EE-5A4F-82B3-C79AFE3B11A7}" destId="{E12A1783-4C09-7D48-86D7-2E32CD8C6B4A}" srcOrd="1" destOrd="0" presId="urn:microsoft.com/office/officeart/2005/8/layout/orgChart1"/>
    <dgm:cxn modelId="{422F1B59-3504-464D-8893-F80BDD779E8D}" type="presParOf" srcId="{E12A1783-4C09-7D48-86D7-2E32CD8C6B4A}" destId="{1CDDDF27-EB69-4747-8DF5-39F2172BDA3B}" srcOrd="0" destOrd="0" presId="urn:microsoft.com/office/officeart/2005/8/layout/orgChart1"/>
    <dgm:cxn modelId="{960EEF0F-40A9-134D-ADED-ED5B0F6FC37F}" type="presParOf" srcId="{1CDDDF27-EB69-4747-8DF5-39F2172BDA3B}" destId="{E01BC88B-1C83-5342-A0C4-ECF3EBB60FD6}" srcOrd="0" destOrd="0" presId="urn:microsoft.com/office/officeart/2005/8/layout/orgChart1"/>
    <dgm:cxn modelId="{A5D5A315-51D2-644A-839E-946620AB43AA}" type="presParOf" srcId="{1CDDDF27-EB69-4747-8DF5-39F2172BDA3B}" destId="{76FA82E5-ADB7-2D40-97CC-EA70DC76A807}" srcOrd="1" destOrd="0" presId="urn:microsoft.com/office/officeart/2005/8/layout/orgChart1"/>
    <dgm:cxn modelId="{97BA4590-6ABA-8040-AC7E-DC8F5F9683AA}" type="presParOf" srcId="{E12A1783-4C09-7D48-86D7-2E32CD8C6B4A}" destId="{1C3511DF-BB0B-EA46-B2FE-1EEF62C5DF6A}" srcOrd="1" destOrd="0" presId="urn:microsoft.com/office/officeart/2005/8/layout/orgChart1"/>
    <dgm:cxn modelId="{F212268F-81FB-4E4B-8947-FD076B7C7AF2}" type="presParOf" srcId="{E12A1783-4C09-7D48-86D7-2E32CD8C6B4A}" destId="{54B09DF4-5D89-4446-9291-4BE2CD8601A4}" srcOrd="2" destOrd="0" presId="urn:microsoft.com/office/officeart/2005/8/layout/orgChart1"/>
    <dgm:cxn modelId="{E65B1CEF-AE1D-9340-95AB-8B43903FE4E9}" type="presParOf" srcId="{3CC077BB-75EE-5A4F-82B3-C79AFE3B11A7}" destId="{194AF3BE-5CBF-6047-B94D-72FB9E9A66E4}" srcOrd="2" destOrd="0" presId="urn:microsoft.com/office/officeart/2005/8/layout/orgChart1"/>
    <dgm:cxn modelId="{C8BFDD91-AE74-F543-AFA4-6C15E03080B8}" type="presParOf" srcId="{3CC077BB-75EE-5A4F-82B3-C79AFE3B11A7}" destId="{E7B65D76-406F-8245-82C0-734A3135F651}" srcOrd="3" destOrd="0" presId="urn:microsoft.com/office/officeart/2005/8/layout/orgChart1"/>
    <dgm:cxn modelId="{3DD3C691-9D54-F249-9969-95E1AC99F496}" type="presParOf" srcId="{E7B65D76-406F-8245-82C0-734A3135F651}" destId="{DC39ABD6-0730-614F-9343-C338488CFAAA}" srcOrd="0" destOrd="0" presId="urn:microsoft.com/office/officeart/2005/8/layout/orgChart1"/>
    <dgm:cxn modelId="{64D6D2FD-1B13-D540-BCB9-37E0800EC396}" type="presParOf" srcId="{DC39ABD6-0730-614F-9343-C338488CFAAA}" destId="{070CE7C8-A1FE-984B-BC8C-A43E4961A165}" srcOrd="0" destOrd="0" presId="urn:microsoft.com/office/officeart/2005/8/layout/orgChart1"/>
    <dgm:cxn modelId="{54BCD2C9-C765-264E-85FD-F57FA8B1E3FD}" type="presParOf" srcId="{DC39ABD6-0730-614F-9343-C338488CFAAA}" destId="{B06E696F-90BE-F848-B9CF-F11687A7F4E4}" srcOrd="1" destOrd="0" presId="urn:microsoft.com/office/officeart/2005/8/layout/orgChart1"/>
    <dgm:cxn modelId="{8AE9B956-7A9D-2B47-950E-63ECA01C28D2}" type="presParOf" srcId="{E7B65D76-406F-8245-82C0-734A3135F651}" destId="{D10B2AAB-8CC9-064B-A32F-406EB7E7C78F}" srcOrd="1" destOrd="0" presId="urn:microsoft.com/office/officeart/2005/8/layout/orgChart1"/>
    <dgm:cxn modelId="{2308AA17-D196-3248-BEEB-BFA387580078}" type="presParOf" srcId="{E7B65D76-406F-8245-82C0-734A3135F651}" destId="{0E734246-6A71-B846-842D-FD3DD3C57072}" srcOrd="2" destOrd="0" presId="urn:microsoft.com/office/officeart/2005/8/layout/orgChart1"/>
    <dgm:cxn modelId="{34B19BEC-2B6D-CD45-949E-D7B63EE6911A}" type="presParOf" srcId="{6534485A-E3A1-5249-B710-209073898BE1}" destId="{33075AA4-8ACA-D54A-BFD7-1DBF502AF308}" srcOrd="2" destOrd="0" presId="urn:microsoft.com/office/officeart/2005/8/layout/orgChart1"/>
    <dgm:cxn modelId="{04590E0D-6381-C94B-8FF8-C2699BB0A6F3}" type="presParOf" srcId="{9E178264-D817-2544-AD3F-16885238C2C1}" destId="{7884E6FC-2425-6F46-BF54-2D33AA784310}" srcOrd="2" destOrd="0" presId="urn:microsoft.com/office/officeart/2005/8/layout/orgChart1"/>
    <dgm:cxn modelId="{5D349DE5-37AD-6547-9B38-79DED911AC28}" type="presParOf" srcId="{9E178264-D817-2544-AD3F-16885238C2C1}" destId="{85509465-8565-6B4F-B475-A80F16B66CD3}" srcOrd="3" destOrd="0" presId="urn:microsoft.com/office/officeart/2005/8/layout/orgChart1"/>
    <dgm:cxn modelId="{19A2BA5C-FA8D-1340-92F4-3E6074F3910D}" type="presParOf" srcId="{85509465-8565-6B4F-B475-A80F16B66CD3}" destId="{C40EBB08-0D4A-504A-97CC-592FE03E29C6}" srcOrd="0" destOrd="0" presId="urn:microsoft.com/office/officeart/2005/8/layout/orgChart1"/>
    <dgm:cxn modelId="{06A0991F-B63F-2343-B9FC-CBF5C54128EA}" type="presParOf" srcId="{C40EBB08-0D4A-504A-97CC-592FE03E29C6}" destId="{9AC0DEEC-76D9-1046-BE39-03BDCFC8555A}" srcOrd="0" destOrd="0" presId="urn:microsoft.com/office/officeart/2005/8/layout/orgChart1"/>
    <dgm:cxn modelId="{F86EF163-D4ED-7944-994F-0943652084EF}" type="presParOf" srcId="{C40EBB08-0D4A-504A-97CC-592FE03E29C6}" destId="{7394C96F-7F5E-4646-BB1A-8D8EA1683A8F}" srcOrd="1" destOrd="0" presId="urn:microsoft.com/office/officeart/2005/8/layout/orgChart1"/>
    <dgm:cxn modelId="{3C9363CE-0507-8D4E-933F-7DA3FAF3CE6E}" type="presParOf" srcId="{85509465-8565-6B4F-B475-A80F16B66CD3}" destId="{2E5CF668-DFE0-624B-BD55-A5AF0ECDB84E}" srcOrd="1" destOrd="0" presId="urn:microsoft.com/office/officeart/2005/8/layout/orgChart1"/>
    <dgm:cxn modelId="{E8372DD1-AE08-8940-B840-A77AACC3B202}" type="presParOf" srcId="{2E5CF668-DFE0-624B-BD55-A5AF0ECDB84E}" destId="{A3706F89-7C35-0B40-BE9F-B78D8EEB01A5}" srcOrd="0" destOrd="0" presId="urn:microsoft.com/office/officeart/2005/8/layout/orgChart1"/>
    <dgm:cxn modelId="{0656803F-9408-C340-8657-6AC948DD65A8}" type="presParOf" srcId="{2E5CF668-DFE0-624B-BD55-A5AF0ECDB84E}" destId="{C987428C-A109-AF41-B9AC-80AF78497B98}" srcOrd="1" destOrd="0" presId="urn:microsoft.com/office/officeart/2005/8/layout/orgChart1"/>
    <dgm:cxn modelId="{AF781572-6F70-7847-96C0-6AAE5F253FF7}" type="presParOf" srcId="{C987428C-A109-AF41-B9AC-80AF78497B98}" destId="{64B55D08-0637-7545-B203-D40CAE25F93E}" srcOrd="0" destOrd="0" presId="urn:microsoft.com/office/officeart/2005/8/layout/orgChart1"/>
    <dgm:cxn modelId="{D1D3A0B5-A3C3-6F48-8FF5-17765BFE3B27}" type="presParOf" srcId="{64B55D08-0637-7545-B203-D40CAE25F93E}" destId="{EA35F4D5-3F1F-674C-A29F-AF934EDC3F17}" srcOrd="0" destOrd="0" presId="urn:microsoft.com/office/officeart/2005/8/layout/orgChart1"/>
    <dgm:cxn modelId="{AEC2A514-157A-D643-8CC8-A4290898024F}" type="presParOf" srcId="{64B55D08-0637-7545-B203-D40CAE25F93E}" destId="{62DD9D04-7A48-8146-9C2C-F5372605E3AA}" srcOrd="1" destOrd="0" presId="urn:microsoft.com/office/officeart/2005/8/layout/orgChart1"/>
    <dgm:cxn modelId="{E84EEE00-58D7-314F-BB8E-0D2195D1D948}" type="presParOf" srcId="{C987428C-A109-AF41-B9AC-80AF78497B98}" destId="{EF4B8D07-4B08-AC4C-8E14-B2C59E7F09ED}" srcOrd="1" destOrd="0" presId="urn:microsoft.com/office/officeart/2005/8/layout/orgChart1"/>
    <dgm:cxn modelId="{6BBB5630-5586-1E4F-A2FE-9446DE9FA924}" type="presParOf" srcId="{C987428C-A109-AF41-B9AC-80AF78497B98}" destId="{AE46115F-8E13-6144-B631-AFBEF15FBFC6}" srcOrd="2" destOrd="0" presId="urn:microsoft.com/office/officeart/2005/8/layout/orgChart1"/>
    <dgm:cxn modelId="{DDDF6933-AB2E-D747-ACC9-954E7A78534E}" type="presParOf" srcId="{2E5CF668-DFE0-624B-BD55-A5AF0ECDB84E}" destId="{560F6E17-7D08-9A4F-B812-EEADE8676DC4}" srcOrd="2" destOrd="0" presId="urn:microsoft.com/office/officeart/2005/8/layout/orgChart1"/>
    <dgm:cxn modelId="{574A4F86-37F7-A245-8A79-0D1F755AA858}" type="presParOf" srcId="{2E5CF668-DFE0-624B-BD55-A5AF0ECDB84E}" destId="{864D4ED6-5688-3F4C-A0A9-624A829CFA50}" srcOrd="3" destOrd="0" presId="urn:microsoft.com/office/officeart/2005/8/layout/orgChart1"/>
    <dgm:cxn modelId="{0220FDEA-F3F1-6941-9534-8949F42A749B}" type="presParOf" srcId="{864D4ED6-5688-3F4C-A0A9-624A829CFA50}" destId="{781F5532-2CBC-7347-B02C-1BC957D9A376}" srcOrd="0" destOrd="0" presId="urn:microsoft.com/office/officeart/2005/8/layout/orgChart1"/>
    <dgm:cxn modelId="{0B238457-A981-8D40-9C6F-97C9C4D44CA4}" type="presParOf" srcId="{781F5532-2CBC-7347-B02C-1BC957D9A376}" destId="{6D0A8143-3FBE-7443-A790-520D7D9DB354}" srcOrd="0" destOrd="0" presId="urn:microsoft.com/office/officeart/2005/8/layout/orgChart1"/>
    <dgm:cxn modelId="{87BD8D99-E1A8-474F-9F89-1C3FD5EE5619}" type="presParOf" srcId="{781F5532-2CBC-7347-B02C-1BC957D9A376}" destId="{370A2B44-D632-274A-B2E2-49544850838D}" srcOrd="1" destOrd="0" presId="urn:microsoft.com/office/officeart/2005/8/layout/orgChart1"/>
    <dgm:cxn modelId="{89866863-1E0D-C94D-86F6-E03200913BB8}" type="presParOf" srcId="{864D4ED6-5688-3F4C-A0A9-624A829CFA50}" destId="{99C961FC-8CE8-4145-B54F-E69A8E273094}" srcOrd="1" destOrd="0" presId="urn:microsoft.com/office/officeart/2005/8/layout/orgChart1"/>
    <dgm:cxn modelId="{65167568-58FF-544F-A48C-40911968ED73}" type="presParOf" srcId="{864D4ED6-5688-3F4C-A0A9-624A829CFA50}" destId="{8F510272-1B4E-354D-84FB-0F24B511C68E}" srcOrd="2" destOrd="0" presId="urn:microsoft.com/office/officeart/2005/8/layout/orgChart1"/>
    <dgm:cxn modelId="{4E162CA8-2EF4-414D-AC7A-FECF4A403908}" type="presParOf" srcId="{85509465-8565-6B4F-B475-A80F16B66CD3}" destId="{F809DF4B-8FBC-FE4B-A07E-237F78B36127}" srcOrd="2" destOrd="0" presId="urn:microsoft.com/office/officeart/2005/8/layout/orgChart1"/>
    <dgm:cxn modelId="{FA042FA2-7EA8-8040-A62D-F18AF9761CC8}" type="presParOf" srcId="{9E178264-D817-2544-AD3F-16885238C2C1}" destId="{703D8A21-C5E3-6745-87D7-AE81EAB738AB}" srcOrd="4" destOrd="0" presId="urn:microsoft.com/office/officeart/2005/8/layout/orgChart1"/>
    <dgm:cxn modelId="{711ED44D-6027-E043-8FC2-9E2DE4783A34}" type="presParOf" srcId="{9E178264-D817-2544-AD3F-16885238C2C1}" destId="{0B62661C-CBFC-2649-BCB4-1AC2A2087F16}" srcOrd="5" destOrd="0" presId="urn:microsoft.com/office/officeart/2005/8/layout/orgChart1"/>
    <dgm:cxn modelId="{3834EC6D-98DA-1A4B-89AF-B7042F8E8D70}" type="presParOf" srcId="{0B62661C-CBFC-2649-BCB4-1AC2A2087F16}" destId="{C71D6AEF-7945-484E-9D9A-7EEF25536ED7}" srcOrd="0" destOrd="0" presId="urn:microsoft.com/office/officeart/2005/8/layout/orgChart1"/>
    <dgm:cxn modelId="{5B18FD72-EA69-1947-AECE-C9FE780CD210}" type="presParOf" srcId="{C71D6AEF-7945-484E-9D9A-7EEF25536ED7}" destId="{9B51B52B-953B-614D-99C9-4C50B92F8B52}" srcOrd="0" destOrd="0" presId="urn:microsoft.com/office/officeart/2005/8/layout/orgChart1"/>
    <dgm:cxn modelId="{E18ACBBD-68D7-954D-BF37-BE8338287EE4}" type="presParOf" srcId="{C71D6AEF-7945-484E-9D9A-7EEF25536ED7}" destId="{B643795F-0A38-DD41-A135-B902296CCCC9}" srcOrd="1" destOrd="0" presId="urn:microsoft.com/office/officeart/2005/8/layout/orgChart1"/>
    <dgm:cxn modelId="{AAEB561C-8718-9C44-A67C-4E86B93C270E}" type="presParOf" srcId="{0B62661C-CBFC-2649-BCB4-1AC2A2087F16}" destId="{3BBD97FE-F24E-6048-A681-5EAADDD5659F}" srcOrd="1" destOrd="0" presId="urn:microsoft.com/office/officeart/2005/8/layout/orgChart1"/>
    <dgm:cxn modelId="{01634DF4-FC2F-D24E-B2A1-469D216E6CC0}" type="presParOf" srcId="{3BBD97FE-F24E-6048-A681-5EAADDD5659F}" destId="{4B7F9449-580B-4C4D-9946-1BFE7E92704C}" srcOrd="0" destOrd="0" presId="urn:microsoft.com/office/officeart/2005/8/layout/orgChart1"/>
    <dgm:cxn modelId="{876DD2B8-9913-7E45-B3DD-1A2BF920D5B2}" type="presParOf" srcId="{3BBD97FE-F24E-6048-A681-5EAADDD5659F}" destId="{4AE68D28-F4C6-DA47-BC79-A25261B2EA25}" srcOrd="1" destOrd="0" presId="urn:microsoft.com/office/officeart/2005/8/layout/orgChart1"/>
    <dgm:cxn modelId="{90E0FBEA-CCE4-F544-B924-805081310F4B}" type="presParOf" srcId="{4AE68D28-F4C6-DA47-BC79-A25261B2EA25}" destId="{CD0FB684-EEFD-F14D-9EF7-5C8D6358FC70}" srcOrd="0" destOrd="0" presId="urn:microsoft.com/office/officeart/2005/8/layout/orgChart1"/>
    <dgm:cxn modelId="{A42DBCB8-E602-1146-A8A0-E8CE59B83B2F}" type="presParOf" srcId="{CD0FB684-EEFD-F14D-9EF7-5C8D6358FC70}" destId="{18D3E9A3-9BEF-9842-B908-AF6BB9ADDE20}" srcOrd="0" destOrd="0" presId="urn:microsoft.com/office/officeart/2005/8/layout/orgChart1"/>
    <dgm:cxn modelId="{F46AC71E-E85C-3142-885A-A7CB8F208DF0}" type="presParOf" srcId="{CD0FB684-EEFD-F14D-9EF7-5C8D6358FC70}" destId="{29BE5407-B3E2-5347-B475-8B24B5FC07E3}" srcOrd="1" destOrd="0" presId="urn:microsoft.com/office/officeart/2005/8/layout/orgChart1"/>
    <dgm:cxn modelId="{287DB7D7-74A7-1C43-9EE2-0B62F972BD05}" type="presParOf" srcId="{4AE68D28-F4C6-DA47-BC79-A25261B2EA25}" destId="{2079B01E-6EFE-5B42-8346-7995BAB3A342}" srcOrd="1" destOrd="0" presId="urn:microsoft.com/office/officeart/2005/8/layout/orgChart1"/>
    <dgm:cxn modelId="{1146566D-9C60-114A-8971-6E5CD0034C37}" type="presParOf" srcId="{4AE68D28-F4C6-DA47-BC79-A25261B2EA25}" destId="{D7FA0470-5461-0C4C-A26C-938A0D79F47C}" srcOrd="2" destOrd="0" presId="urn:microsoft.com/office/officeart/2005/8/layout/orgChart1"/>
    <dgm:cxn modelId="{92BEE1C5-7338-7F4A-A9DF-0732797F6A1E}" type="presParOf" srcId="{3BBD97FE-F24E-6048-A681-5EAADDD5659F}" destId="{68B6E98E-EFCE-8F44-9F83-E70DE3F75F22}" srcOrd="2" destOrd="0" presId="urn:microsoft.com/office/officeart/2005/8/layout/orgChart1"/>
    <dgm:cxn modelId="{4AF82553-72EF-1442-90A0-D50D3D391B98}" type="presParOf" srcId="{3BBD97FE-F24E-6048-A681-5EAADDD5659F}" destId="{3ABB896A-FA9F-DA45-805C-1CFEE1140AFB}" srcOrd="3" destOrd="0" presId="urn:microsoft.com/office/officeart/2005/8/layout/orgChart1"/>
    <dgm:cxn modelId="{BDE84C90-0A13-7048-9DCD-5046B5C53A61}" type="presParOf" srcId="{3ABB896A-FA9F-DA45-805C-1CFEE1140AFB}" destId="{42DA61B2-1BAD-AF46-BF2E-F42ED7201203}" srcOrd="0" destOrd="0" presId="urn:microsoft.com/office/officeart/2005/8/layout/orgChart1"/>
    <dgm:cxn modelId="{152C4E04-76C8-CE44-AD22-3A76B3DD6696}" type="presParOf" srcId="{42DA61B2-1BAD-AF46-BF2E-F42ED7201203}" destId="{D1AA9526-C278-5741-871E-C96567E6AFCF}" srcOrd="0" destOrd="0" presId="urn:microsoft.com/office/officeart/2005/8/layout/orgChart1"/>
    <dgm:cxn modelId="{3434DADA-492B-F04D-929B-301047A37E5F}" type="presParOf" srcId="{42DA61B2-1BAD-AF46-BF2E-F42ED7201203}" destId="{ACDFDFA3-8AE7-CC47-BE23-8DC549D91464}" srcOrd="1" destOrd="0" presId="urn:microsoft.com/office/officeart/2005/8/layout/orgChart1"/>
    <dgm:cxn modelId="{CD589E16-EB12-9E48-AB0B-3AEDF2EC904C}" type="presParOf" srcId="{3ABB896A-FA9F-DA45-805C-1CFEE1140AFB}" destId="{692DDF7C-55B3-2847-853C-3B671F34ECE3}" srcOrd="1" destOrd="0" presId="urn:microsoft.com/office/officeart/2005/8/layout/orgChart1"/>
    <dgm:cxn modelId="{DFF5DB3B-2E57-E547-9544-AC004CB3E72C}" type="presParOf" srcId="{3ABB896A-FA9F-DA45-805C-1CFEE1140AFB}" destId="{D7F6087C-B475-E54B-A3E0-2EFC75F00830}" srcOrd="2" destOrd="0" presId="urn:microsoft.com/office/officeart/2005/8/layout/orgChart1"/>
    <dgm:cxn modelId="{C43463ED-6C58-1249-8F7F-2AEB709659E5}" type="presParOf" srcId="{0B62661C-CBFC-2649-BCB4-1AC2A2087F16}" destId="{9D57A87C-1930-A947-8227-4CDFBDC1A17C}" srcOrd="2" destOrd="0" presId="urn:microsoft.com/office/officeart/2005/8/layout/orgChart1"/>
    <dgm:cxn modelId="{E5FC2E76-B634-024D-B2B9-8916DBA0CEF7}" type="presParOf" srcId="{9E178264-D817-2544-AD3F-16885238C2C1}" destId="{31B16068-D89A-BA41-ABA7-104B06E30564}" srcOrd="6" destOrd="0" presId="urn:microsoft.com/office/officeart/2005/8/layout/orgChart1"/>
    <dgm:cxn modelId="{0ABEC638-9B7E-AF4D-9388-115F6EE9DCD5}" type="presParOf" srcId="{9E178264-D817-2544-AD3F-16885238C2C1}" destId="{542F9983-1A7F-9D48-80A6-5BABF369E510}" srcOrd="7" destOrd="0" presId="urn:microsoft.com/office/officeart/2005/8/layout/orgChart1"/>
    <dgm:cxn modelId="{A9932BD6-31FA-1447-BA86-23497FCAD9D4}" type="presParOf" srcId="{542F9983-1A7F-9D48-80A6-5BABF369E510}" destId="{E53EB389-4A2B-8E48-B1E7-C2025F9292F8}" srcOrd="0" destOrd="0" presId="urn:microsoft.com/office/officeart/2005/8/layout/orgChart1"/>
    <dgm:cxn modelId="{3D68DD71-E563-7C43-B981-DD8AB3D67F77}" type="presParOf" srcId="{E53EB389-4A2B-8E48-B1E7-C2025F9292F8}" destId="{A3B69341-1E0C-6947-8657-F559EFCFAE22}" srcOrd="0" destOrd="0" presId="urn:microsoft.com/office/officeart/2005/8/layout/orgChart1"/>
    <dgm:cxn modelId="{819DDA92-7C25-7441-A117-4D961B702AAF}" type="presParOf" srcId="{E53EB389-4A2B-8E48-B1E7-C2025F9292F8}" destId="{2D54B54D-A258-6C4B-ABA7-691DD5527890}" srcOrd="1" destOrd="0" presId="urn:microsoft.com/office/officeart/2005/8/layout/orgChart1"/>
    <dgm:cxn modelId="{5CC7FC22-4DBF-884C-8EC1-08FAD1EC93B8}" type="presParOf" srcId="{542F9983-1A7F-9D48-80A6-5BABF369E510}" destId="{4150AD3F-283C-834F-B6CA-4A7065281D18}" srcOrd="1" destOrd="0" presId="urn:microsoft.com/office/officeart/2005/8/layout/orgChart1"/>
    <dgm:cxn modelId="{3EC984DC-D6FD-704E-A06E-0E331F9B5C26}" type="presParOf" srcId="{4150AD3F-283C-834F-B6CA-4A7065281D18}" destId="{3C1AED3A-5D1B-104B-BDCB-73A8D4EC36BE}" srcOrd="0" destOrd="0" presId="urn:microsoft.com/office/officeart/2005/8/layout/orgChart1"/>
    <dgm:cxn modelId="{24A80B54-FF02-3E4F-A24B-FBCB51ED8104}" type="presParOf" srcId="{4150AD3F-283C-834F-B6CA-4A7065281D18}" destId="{E626DE3E-42C0-CB4F-8CF1-857E04BA27FF}" srcOrd="1" destOrd="0" presId="urn:microsoft.com/office/officeart/2005/8/layout/orgChart1"/>
    <dgm:cxn modelId="{D5792495-DA30-1F46-AFF4-537741457E26}" type="presParOf" srcId="{E626DE3E-42C0-CB4F-8CF1-857E04BA27FF}" destId="{AFADE619-AA30-044C-ACAF-61DE10AA6434}" srcOrd="0" destOrd="0" presId="urn:microsoft.com/office/officeart/2005/8/layout/orgChart1"/>
    <dgm:cxn modelId="{6325A5E9-0079-CE49-8293-D1D1EE643011}" type="presParOf" srcId="{AFADE619-AA30-044C-ACAF-61DE10AA6434}" destId="{4A00CD21-E9C5-1B4E-847D-28AAD0F33874}" srcOrd="0" destOrd="0" presId="urn:microsoft.com/office/officeart/2005/8/layout/orgChart1"/>
    <dgm:cxn modelId="{134AF2C1-BB82-1540-BE26-2118949F40F0}" type="presParOf" srcId="{AFADE619-AA30-044C-ACAF-61DE10AA6434}" destId="{02CFB58D-837F-CB43-8D09-CC1F723AE2D2}" srcOrd="1" destOrd="0" presId="urn:microsoft.com/office/officeart/2005/8/layout/orgChart1"/>
    <dgm:cxn modelId="{B570081E-A2CF-C641-9A44-BE8344A42EE1}" type="presParOf" srcId="{E626DE3E-42C0-CB4F-8CF1-857E04BA27FF}" destId="{AFA4C72D-8174-6E42-86A4-D97F86A6FABC}" srcOrd="1" destOrd="0" presId="urn:microsoft.com/office/officeart/2005/8/layout/orgChart1"/>
    <dgm:cxn modelId="{093161AD-ED53-7F49-8B1A-DE3D1269ED68}" type="presParOf" srcId="{E626DE3E-42C0-CB4F-8CF1-857E04BA27FF}" destId="{42CFB2E6-5532-2E48-A5EF-6AF3D2CCFD6F}" srcOrd="2" destOrd="0" presId="urn:microsoft.com/office/officeart/2005/8/layout/orgChart1"/>
    <dgm:cxn modelId="{A41A569B-8B77-B24A-BCD7-15D7D7AFEF7F}" type="presParOf" srcId="{4150AD3F-283C-834F-B6CA-4A7065281D18}" destId="{4CD1554B-6482-8E4E-A4C3-70CF0849A0DC}" srcOrd="2" destOrd="0" presId="urn:microsoft.com/office/officeart/2005/8/layout/orgChart1"/>
    <dgm:cxn modelId="{42D0CF5C-5C7E-B641-863E-21A7E9E17F1E}" type="presParOf" srcId="{4150AD3F-283C-834F-B6CA-4A7065281D18}" destId="{1A495397-6740-C348-8B42-C86D5688E844}" srcOrd="3" destOrd="0" presId="urn:microsoft.com/office/officeart/2005/8/layout/orgChart1"/>
    <dgm:cxn modelId="{7674DE0C-091C-1E47-8086-8282C0481FC3}" type="presParOf" srcId="{1A495397-6740-C348-8B42-C86D5688E844}" destId="{982BBBF2-6A3F-A94F-BDE9-027109E81C47}" srcOrd="0" destOrd="0" presId="urn:microsoft.com/office/officeart/2005/8/layout/orgChart1"/>
    <dgm:cxn modelId="{9F52D97B-EB67-5E41-8FE6-F143CF12AEC0}" type="presParOf" srcId="{982BBBF2-6A3F-A94F-BDE9-027109E81C47}" destId="{A50BFD5B-0360-5840-BCCC-A030D053B734}" srcOrd="0" destOrd="0" presId="urn:microsoft.com/office/officeart/2005/8/layout/orgChart1"/>
    <dgm:cxn modelId="{DA696B4A-AB34-984D-B947-DFEACC19C4E4}" type="presParOf" srcId="{982BBBF2-6A3F-A94F-BDE9-027109E81C47}" destId="{467D3949-C1B0-DA4E-B8B1-F3F9F8269B02}" srcOrd="1" destOrd="0" presId="urn:microsoft.com/office/officeart/2005/8/layout/orgChart1"/>
    <dgm:cxn modelId="{BBDDE01E-8304-574B-B554-7A80E495AF5D}" type="presParOf" srcId="{1A495397-6740-C348-8B42-C86D5688E844}" destId="{0B14CBE6-8FC1-F04E-91A6-69D3AE0241E9}" srcOrd="1" destOrd="0" presId="urn:microsoft.com/office/officeart/2005/8/layout/orgChart1"/>
    <dgm:cxn modelId="{2469FCC9-4301-9048-A4C4-31068D9F9596}" type="presParOf" srcId="{1A495397-6740-C348-8B42-C86D5688E844}" destId="{27D83913-7D5E-5348-94CA-FB41A65EAE3B}" srcOrd="2" destOrd="0" presId="urn:microsoft.com/office/officeart/2005/8/layout/orgChart1"/>
    <dgm:cxn modelId="{C6DFA779-7B7A-4642-A99D-FC26DBB4178B}" type="presParOf" srcId="{542F9983-1A7F-9D48-80A6-5BABF369E510}" destId="{5E0D2FFB-E310-8143-A31E-65F7D89235F5}" srcOrd="2" destOrd="0" presId="urn:microsoft.com/office/officeart/2005/8/layout/orgChart1"/>
    <dgm:cxn modelId="{40A62E15-9742-B24A-A1FD-F56BD3A24CFD}" type="presParOf" srcId="{9E178264-D817-2544-AD3F-16885238C2C1}" destId="{E45C3ACC-F71A-9045-859B-A3EEAE392744}" srcOrd="8" destOrd="0" presId="urn:microsoft.com/office/officeart/2005/8/layout/orgChart1"/>
    <dgm:cxn modelId="{CD66E62C-E079-B149-AF25-197D0161AE6C}" type="presParOf" srcId="{9E178264-D817-2544-AD3F-16885238C2C1}" destId="{19B85B60-4611-2B42-AC62-61AADB662371}" srcOrd="9" destOrd="0" presId="urn:microsoft.com/office/officeart/2005/8/layout/orgChart1"/>
    <dgm:cxn modelId="{2044A853-CB79-F04A-9188-456F18672552}" type="presParOf" srcId="{19B85B60-4611-2B42-AC62-61AADB662371}" destId="{85F3266B-728C-914D-9ECF-79761C256896}" srcOrd="0" destOrd="0" presId="urn:microsoft.com/office/officeart/2005/8/layout/orgChart1"/>
    <dgm:cxn modelId="{83468BDA-2032-BF44-B67E-C4574147E224}" type="presParOf" srcId="{85F3266B-728C-914D-9ECF-79761C256896}" destId="{6DA50700-4E6E-4B40-89BE-18E34343955C}" srcOrd="0" destOrd="0" presId="urn:microsoft.com/office/officeart/2005/8/layout/orgChart1"/>
    <dgm:cxn modelId="{CD767565-486E-3749-84B5-DA80ED3B6B20}" type="presParOf" srcId="{85F3266B-728C-914D-9ECF-79761C256896}" destId="{98C2954B-E616-264B-8A3B-4262243E058B}" srcOrd="1" destOrd="0" presId="urn:microsoft.com/office/officeart/2005/8/layout/orgChart1"/>
    <dgm:cxn modelId="{96B4BFD6-F0E2-D445-A1B9-331B74B953B1}" type="presParOf" srcId="{19B85B60-4611-2B42-AC62-61AADB662371}" destId="{72543E0C-1C5F-D045-A99F-D6061ADD6643}" srcOrd="1" destOrd="0" presId="urn:microsoft.com/office/officeart/2005/8/layout/orgChart1"/>
    <dgm:cxn modelId="{CF17F5FA-C400-B443-96CC-D556488EBC37}" type="presParOf" srcId="{72543E0C-1C5F-D045-A99F-D6061ADD6643}" destId="{FFBD32EE-5374-134B-AE19-A9EA713014D7}" srcOrd="0" destOrd="0" presId="urn:microsoft.com/office/officeart/2005/8/layout/orgChart1"/>
    <dgm:cxn modelId="{E03A654A-F45F-664D-A9CA-1062767421A9}" type="presParOf" srcId="{72543E0C-1C5F-D045-A99F-D6061ADD6643}" destId="{737C7674-1D17-0048-BF2A-19CD0865836B}" srcOrd="1" destOrd="0" presId="urn:microsoft.com/office/officeart/2005/8/layout/orgChart1"/>
    <dgm:cxn modelId="{7D7BB2FE-A56C-0049-872A-CA301BBD694C}" type="presParOf" srcId="{737C7674-1D17-0048-BF2A-19CD0865836B}" destId="{DE706CCD-60AA-3F48-B4E5-802D05FAC723}" srcOrd="0" destOrd="0" presId="urn:microsoft.com/office/officeart/2005/8/layout/orgChart1"/>
    <dgm:cxn modelId="{C68D7491-FDA3-9F45-98C0-5E1D74A651CC}" type="presParOf" srcId="{DE706CCD-60AA-3F48-B4E5-802D05FAC723}" destId="{DAB15057-8CAC-DA45-8AF4-B558471C2C13}" srcOrd="0" destOrd="0" presId="urn:microsoft.com/office/officeart/2005/8/layout/orgChart1"/>
    <dgm:cxn modelId="{A6B0E312-E5C3-2F49-99F7-18F065ED30D4}" type="presParOf" srcId="{DE706CCD-60AA-3F48-B4E5-802D05FAC723}" destId="{808E18FB-329D-5E43-9CD6-0D14CC0199AF}" srcOrd="1" destOrd="0" presId="urn:microsoft.com/office/officeart/2005/8/layout/orgChart1"/>
    <dgm:cxn modelId="{66AD3DDB-8116-F043-B348-39C60DFCE49E}" type="presParOf" srcId="{737C7674-1D17-0048-BF2A-19CD0865836B}" destId="{D43F8CAE-421A-4646-AE7C-5912C342B386}" srcOrd="1" destOrd="0" presId="urn:microsoft.com/office/officeart/2005/8/layout/orgChart1"/>
    <dgm:cxn modelId="{D2A4A206-E991-2E45-9C93-B3793C2E2912}" type="presParOf" srcId="{737C7674-1D17-0048-BF2A-19CD0865836B}" destId="{35ACD6A3-5475-9243-AC4E-0EBE45659AC9}" srcOrd="2" destOrd="0" presId="urn:microsoft.com/office/officeart/2005/8/layout/orgChart1"/>
    <dgm:cxn modelId="{8665D992-7852-1D45-AF6D-A2B9857C4825}" type="presParOf" srcId="{72543E0C-1C5F-D045-A99F-D6061ADD6643}" destId="{E10326B5-2FB8-C243-B6C8-3C8385281213}" srcOrd="2" destOrd="0" presId="urn:microsoft.com/office/officeart/2005/8/layout/orgChart1"/>
    <dgm:cxn modelId="{4CCA53EF-C88C-C14E-AB1D-A203B39A4ED0}" type="presParOf" srcId="{72543E0C-1C5F-D045-A99F-D6061ADD6643}" destId="{2E9CBBE6-7E9C-334E-B10B-85ED46F61B42}" srcOrd="3" destOrd="0" presId="urn:microsoft.com/office/officeart/2005/8/layout/orgChart1"/>
    <dgm:cxn modelId="{C08AF319-6E89-4A40-956F-7520401736F5}" type="presParOf" srcId="{2E9CBBE6-7E9C-334E-B10B-85ED46F61B42}" destId="{FD3B06C0-C636-274D-B7C9-E53E0881D9DD}" srcOrd="0" destOrd="0" presId="urn:microsoft.com/office/officeart/2005/8/layout/orgChart1"/>
    <dgm:cxn modelId="{E7EDA8ED-323E-D542-B924-4F994E67602B}" type="presParOf" srcId="{FD3B06C0-C636-274D-B7C9-E53E0881D9DD}" destId="{749C8CDD-32B8-3E42-AB10-5DFA7DD6B2A1}" srcOrd="0" destOrd="0" presId="urn:microsoft.com/office/officeart/2005/8/layout/orgChart1"/>
    <dgm:cxn modelId="{D3CCDCA4-A8A2-144F-95B3-A2C719F3462B}" type="presParOf" srcId="{FD3B06C0-C636-274D-B7C9-E53E0881D9DD}" destId="{FA7BD9A5-6A31-0E41-897C-5D26B2336F49}" srcOrd="1" destOrd="0" presId="urn:microsoft.com/office/officeart/2005/8/layout/orgChart1"/>
    <dgm:cxn modelId="{605D8A70-7B50-8147-BFC8-46722B51194D}" type="presParOf" srcId="{2E9CBBE6-7E9C-334E-B10B-85ED46F61B42}" destId="{F8CECE58-908B-914E-B88C-5F5D365E6561}" srcOrd="1" destOrd="0" presId="urn:microsoft.com/office/officeart/2005/8/layout/orgChart1"/>
    <dgm:cxn modelId="{DF61DD21-4878-2F46-8E52-2DA8AD51C7BB}" type="presParOf" srcId="{2E9CBBE6-7E9C-334E-B10B-85ED46F61B42}" destId="{ECC85016-6BF9-BB4F-A11D-581242673844}" srcOrd="2" destOrd="0" presId="urn:microsoft.com/office/officeart/2005/8/layout/orgChart1"/>
    <dgm:cxn modelId="{CE85F94E-2469-BE42-8A2C-515CEFC84AAC}" type="presParOf" srcId="{19B85B60-4611-2B42-AC62-61AADB662371}" destId="{6E66AEEF-2E32-5045-98D4-F8409EFA04D8}" srcOrd="2" destOrd="0" presId="urn:microsoft.com/office/officeart/2005/8/layout/orgChart1"/>
    <dgm:cxn modelId="{4A72C533-8E1C-1E45-BEFC-54AC7EBBF5AC}" type="presParOf" srcId="{87C3F261-447E-2148-9831-DAB0D821BCBF}" destId="{343C97AB-4713-6E4C-9048-B8F24CFB2194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0326B5-2FB8-C243-B6C8-3C8385281213}">
      <dsp:nvSpPr>
        <dsp:cNvPr id="0" name=""/>
        <dsp:cNvSpPr/>
      </dsp:nvSpPr>
      <dsp:spPr>
        <a:xfrm>
          <a:off x="9992608" y="2016930"/>
          <a:ext cx="151161" cy="1890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0201"/>
              </a:lnTo>
              <a:lnTo>
                <a:pt x="151161" y="1890201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BD32EE-5374-134B-AE19-A9EA713014D7}">
      <dsp:nvSpPr>
        <dsp:cNvPr id="0" name=""/>
        <dsp:cNvSpPr/>
      </dsp:nvSpPr>
      <dsp:spPr>
        <a:xfrm>
          <a:off x="9992608" y="2016930"/>
          <a:ext cx="145107" cy="7884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8413"/>
              </a:lnTo>
              <a:lnTo>
                <a:pt x="145107" y="788413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5C3ACC-F71A-9045-859B-A3EEAE392744}">
      <dsp:nvSpPr>
        <dsp:cNvPr id="0" name=""/>
        <dsp:cNvSpPr/>
      </dsp:nvSpPr>
      <dsp:spPr>
        <a:xfrm>
          <a:off x="5809306" y="845666"/>
          <a:ext cx="4844986" cy="344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66"/>
              </a:lnTo>
              <a:lnTo>
                <a:pt x="4844986" y="170466"/>
              </a:lnTo>
              <a:lnTo>
                <a:pt x="4844986" y="344158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1554B-6482-8E4E-A4C3-70CF0849A0DC}">
      <dsp:nvSpPr>
        <dsp:cNvPr id="0" name=""/>
        <dsp:cNvSpPr/>
      </dsp:nvSpPr>
      <dsp:spPr>
        <a:xfrm>
          <a:off x="7567104" y="2016930"/>
          <a:ext cx="175362" cy="1902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2682"/>
              </a:lnTo>
              <a:lnTo>
                <a:pt x="175362" y="1902682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1AED3A-5D1B-104B-BDCB-73A8D4EC36BE}">
      <dsp:nvSpPr>
        <dsp:cNvPr id="0" name=""/>
        <dsp:cNvSpPr/>
      </dsp:nvSpPr>
      <dsp:spPr>
        <a:xfrm>
          <a:off x="7567104" y="2016930"/>
          <a:ext cx="169341" cy="776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6304"/>
              </a:lnTo>
              <a:lnTo>
                <a:pt x="169341" y="776304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B16068-D89A-BA41-ABA7-104B06E30564}">
      <dsp:nvSpPr>
        <dsp:cNvPr id="0" name=""/>
        <dsp:cNvSpPr/>
      </dsp:nvSpPr>
      <dsp:spPr>
        <a:xfrm>
          <a:off x="5809306" y="845666"/>
          <a:ext cx="2419482" cy="344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66"/>
              </a:lnTo>
              <a:lnTo>
                <a:pt x="2419482" y="170466"/>
              </a:lnTo>
              <a:lnTo>
                <a:pt x="2419482" y="344158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B6E98E-EFCE-8F44-9F83-E70DE3F75F22}">
      <dsp:nvSpPr>
        <dsp:cNvPr id="0" name=""/>
        <dsp:cNvSpPr/>
      </dsp:nvSpPr>
      <dsp:spPr>
        <a:xfrm>
          <a:off x="5141600" y="2016401"/>
          <a:ext cx="157216" cy="19210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1002"/>
              </a:lnTo>
              <a:lnTo>
                <a:pt x="157216" y="1921002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7F9449-580B-4C4D-9946-1BFE7E92704C}">
      <dsp:nvSpPr>
        <dsp:cNvPr id="0" name=""/>
        <dsp:cNvSpPr/>
      </dsp:nvSpPr>
      <dsp:spPr>
        <a:xfrm>
          <a:off x="5141600" y="2016401"/>
          <a:ext cx="151145" cy="7889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8943"/>
              </a:lnTo>
              <a:lnTo>
                <a:pt x="151145" y="788943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D8A21-C5E3-6745-87D7-AE81EAB738AB}">
      <dsp:nvSpPr>
        <dsp:cNvPr id="0" name=""/>
        <dsp:cNvSpPr/>
      </dsp:nvSpPr>
      <dsp:spPr>
        <a:xfrm>
          <a:off x="5757565" y="845666"/>
          <a:ext cx="91440" cy="343629"/>
        </a:xfrm>
        <a:custGeom>
          <a:avLst/>
          <a:gdLst/>
          <a:ahLst/>
          <a:cxnLst/>
          <a:rect l="0" t="0" r="0" b="0"/>
          <a:pathLst>
            <a:path>
              <a:moveTo>
                <a:pt x="51741" y="0"/>
              </a:moveTo>
              <a:lnTo>
                <a:pt x="51741" y="169937"/>
              </a:lnTo>
              <a:lnTo>
                <a:pt x="45720" y="169937"/>
              </a:lnTo>
              <a:lnTo>
                <a:pt x="45720" y="343629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F6E17-7D08-9A4F-B812-EEADE8676DC4}">
      <dsp:nvSpPr>
        <dsp:cNvPr id="0" name=""/>
        <dsp:cNvSpPr/>
      </dsp:nvSpPr>
      <dsp:spPr>
        <a:xfrm>
          <a:off x="2704004" y="2016930"/>
          <a:ext cx="139053" cy="18724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2410"/>
              </a:lnTo>
              <a:lnTo>
                <a:pt x="139053" y="187241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706F89-7C35-0B40-BE9F-B78D8EEB01A5}">
      <dsp:nvSpPr>
        <dsp:cNvPr id="0" name=""/>
        <dsp:cNvSpPr/>
      </dsp:nvSpPr>
      <dsp:spPr>
        <a:xfrm>
          <a:off x="2704004" y="2016930"/>
          <a:ext cx="139036" cy="782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2351"/>
              </a:lnTo>
              <a:lnTo>
                <a:pt x="139036" y="782351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84E6FC-2425-6F46-BF54-2D33AA784310}">
      <dsp:nvSpPr>
        <dsp:cNvPr id="0" name=""/>
        <dsp:cNvSpPr/>
      </dsp:nvSpPr>
      <dsp:spPr>
        <a:xfrm>
          <a:off x="3365689" y="845666"/>
          <a:ext cx="2443617" cy="344158"/>
        </a:xfrm>
        <a:custGeom>
          <a:avLst/>
          <a:gdLst/>
          <a:ahLst/>
          <a:cxnLst/>
          <a:rect l="0" t="0" r="0" b="0"/>
          <a:pathLst>
            <a:path>
              <a:moveTo>
                <a:pt x="2443617" y="0"/>
              </a:moveTo>
              <a:lnTo>
                <a:pt x="2443617" y="170466"/>
              </a:lnTo>
              <a:lnTo>
                <a:pt x="0" y="170466"/>
              </a:lnTo>
              <a:lnTo>
                <a:pt x="0" y="344158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4AF3BE-5CBF-6047-B94D-72FB9E9A66E4}">
      <dsp:nvSpPr>
        <dsp:cNvPr id="0" name=""/>
        <dsp:cNvSpPr/>
      </dsp:nvSpPr>
      <dsp:spPr>
        <a:xfrm>
          <a:off x="342766" y="2016930"/>
          <a:ext cx="129276" cy="18663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6355"/>
              </a:lnTo>
              <a:lnTo>
                <a:pt x="129276" y="1866355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5C304D-4859-B145-B706-A7FB980A3186}">
      <dsp:nvSpPr>
        <dsp:cNvPr id="0" name=""/>
        <dsp:cNvSpPr/>
      </dsp:nvSpPr>
      <dsp:spPr>
        <a:xfrm>
          <a:off x="342766" y="2016930"/>
          <a:ext cx="129061" cy="7554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5453"/>
              </a:lnTo>
              <a:lnTo>
                <a:pt x="129061" y="755453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C87DCA-46CC-B34B-BA92-1C8B922BFB21}">
      <dsp:nvSpPr>
        <dsp:cNvPr id="0" name=""/>
        <dsp:cNvSpPr/>
      </dsp:nvSpPr>
      <dsp:spPr>
        <a:xfrm>
          <a:off x="1004451" y="845666"/>
          <a:ext cx="4804855" cy="344158"/>
        </a:xfrm>
        <a:custGeom>
          <a:avLst/>
          <a:gdLst/>
          <a:ahLst/>
          <a:cxnLst/>
          <a:rect l="0" t="0" r="0" b="0"/>
          <a:pathLst>
            <a:path>
              <a:moveTo>
                <a:pt x="4804855" y="0"/>
              </a:moveTo>
              <a:lnTo>
                <a:pt x="4804855" y="170466"/>
              </a:lnTo>
              <a:lnTo>
                <a:pt x="0" y="170466"/>
              </a:lnTo>
              <a:lnTo>
                <a:pt x="0" y="344158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D46200-241E-124C-8812-265CBBD4DB99}">
      <dsp:nvSpPr>
        <dsp:cNvPr id="0" name=""/>
        <dsp:cNvSpPr/>
      </dsp:nvSpPr>
      <dsp:spPr>
        <a:xfrm>
          <a:off x="4982201" y="18560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PO91Q</a:t>
          </a:r>
          <a:endParaRPr lang="en-GB" sz="3200" kern="1200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4982201" y="18560"/>
        <a:ext cx="1654211" cy="827105"/>
      </dsp:txXfrm>
    </dsp:sp>
    <dsp:sp modelId="{2C9E300C-20AE-CA45-9E94-FBFBB5E00831}">
      <dsp:nvSpPr>
        <dsp:cNvPr id="0" name=""/>
        <dsp:cNvSpPr/>
      </dsp:nvSpPr>
      <dsp:spPr>
        <a:xfrm>
          <a:off x="177345" y="1189825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Week 1</a:t>
          </a:r>
          <a:endParaRPr lang="en-GB" sz="3200" kern="1200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177345" y="1189825"/>
        <a:ext cx="1654211" cy="827105"/>
      </dsp:txXfrm>
    </dsp:sp>
    <dsp:sp modelId="{E01BC88B-1C83-5342-A0C4-ECF3EBB60FD6}">
      <dsp:nvSpPr>
        <dsp:cNvPr id="0" name=""/>
        <dsp:cNvSpPr/>
      </dsp:nvSpPr>
      <dsp:spPr>
        <a:xfrm>
          <a:off x="471828" y="2358831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471828" y="2358831"/>
        <a:ext cx="1654211" cy="827105"/>
      </dsp:txXfrm>
    </dsp:sp>
    <dsp:sp modelId="{070CE7C8-A1FE-984B-BC8C-A43E4961A165}">
      <dsp:nvSpPr>
        <dsp:cNvPr id="0" name=""/>
        <dsp:cNvSpPr/>
      </dsp:nvSpPr>
      <dsp:spPr>
        <a:xfrm>
          <a:off x="472043" y="3469733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472043" y="3469733"/>
        <a:ext cx="1654211" cy="827105"/>
      </dsp:txXfrm>
    </dsp:sp>
    <dsp:sp modelId="{9AC0DEEC-76D9-1046-BE39-03BDCFC8555A}">
      <dsp:nvSpPr>
        <dsp:cNvPr id="0" name=""/>
        <dsp:cNvSpPr/>
      </dsp:nvSpPr>
      <dsp:spPr>
        <a:xfrm>
          <a:off x="2538583" y="1189825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Week 2</a:t>
          </a:r>
          <a:endParaRPr lang="en-GB" sz="3200" kern="1200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2538583" y="1189825"/>
        <a:ext cx="1654211" cy="827105"/>
      </dsp:txXfrm>
    </dsp:sp>
    <dsp:sp modelId="{EA35F4D5-3F1F-674C-A29F-AF934EDC3F17}">
      <dsp:nvSpPr>
        <dsp:cNvPr id="0" name=""/>
        <dsp:cNvSpPr/>
      </dsp:nvSpPr>
      <dsp:spPr>
        <a:xfrm>
          <a:off x="2843040" y="2385729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2843040" y="2385729"/>
        <a:ext cx="1654211" cy="827105"/>
      </dsp:txXfrm>
    </dsp:sp>
    <dsp:sp modelId="{6D0A8143-3FBE-7443-A790-520D7D9DB354}">
      <dsp:nvSpPr>
        <dsp:cNvPr id="0" name=""/>
        <dsp:cNvSpPr/>
      </dsp:nvSpPr>
      <dsp:spPr>
        <a:xfrm>
          <a:off x="2843057" y="3475788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2843057" y="3475788"/>
        <a:ext cx="1654211" cy="827105"/>
      </dsp:txXfrm>
    </dsp:sp>
    <dsp:sp modelId="{9B51B52B-953B-614D-99C9-4C50B92F8B52}">
      <dsp:nvSpPr>
        <dsp:cNvPr id="0" name=""/>
        <dsp:cNvSpPr/>
      </dsp:nvSpPr>
      <dsp:spPr>
        <a:xfrm>
          <a:off x="4976179" y="1189295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Week 3</a:t>
          </a:r>
          <a:endParaRPr lang="en-GB" sz="3200" kern="1200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4976179" y="1189295"/>
        <a:ext cx="1654211" cy="827105"/>
      </dsp:txXfrm>
    </dsp:sp>
    <dsp:sp modelId="{18D3E9A3-9BEF-9842-B908-AF6BB9ADDE20}">
      <dsp:nvSpPr>
        <dsp:cNvPr id="0" name=""/>
        <dsp:cNvSpPr/>
      </dsp:nvSpPr>
      <dsp:spPr>
        <a:xfrm>
          <a:off x="5292746" y="2391791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5292746" y="2391791"/>
        <a:ext cx="1654211" cy="827105"/>
      </dsp:txXfrm>
    </dsp:sp>
    <dsp:sp modelId="{D1AA9526-C278-5741-871E-C96567E6AFCF}">
      <dsp:nvSpPr>
        <dsp:cNvPr id="0" name=""/>
        <dsp:cNvSpPr/>
      </dsp:nvSpPr>
      <dsp:spPr>
        <a:xfrm>
          <a:off x="5298817" y="3523851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5298817" y="3523851"/>
        <a:ext cx="1654211" cy="827105"/>
      </dsp:txXfrm>
    </dsp:sp>
    <dsp:sp modelId="{A3B69341-1E0C-6947-8657-F559EFCFAE22}">
      <dsp:nvSpPr>
        <dsp:cNvPr id="0" name=""/>
        <dsp:cNvSpPr/>
      </dsp:nvSpPr>
      <dsp:spPr>
        <a:xfrm>
          <a:off x="7401683" y="1189825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…</a:t>
          </a:r>
          <a:endParaRPr lang="en-GB" sz="3200" kern="1200" dirty="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7401683" y="1189825"/>
        <a:ext cx="1654211" cy="827105"/>
      </dsp:txXfrm>
    </dsp:sp>
    <dsp:sp modelId="{4A00CD21-E9C5-1B4E-847D-28AAD0F33874}">
      <dsp:nvSpPr>
        <dsp:cNvPr id="0" name=""/>
        <dsp:cNvSpPr/>
      </dsp:nvSpPr>
      <dsp:spPr>
        <a:xfrm>
          <a:off x="7736446" y="2379682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7736446" y="2379682"/>
        <a:ext cx="1654211" cy="827105"/>
      </dsp:txXfrm>
    </dsp:sp>
    <dsp:sp modelId="{A50BFD5B-0360-5840-BCCC-A030D053B734}">
      <dsp:nvSpPr>
        <dsp:cNvPr id="0" name=""/>
        <dsp:cNvSpPr/>
      </dsp:nvSpPr>
      <dsp:spPr>
        <a:xfrm>
          <a:off x="7742467" y="3506060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7742467" y="3506060"/>
        <a:ext cx="1654211" cy="827105"/>
      </dsp:txXfrm>
    </dsp:sp>
    <dsp:sp modelId="{6DA50700-4E6E-4B40-89BE-18E34343955C}">
      <dsp:nvSpPr>
        <dsp:cNvPr id="0" name=""/>
        <dsp:cNvSpPr/>
      </dsp:nvSpPr>
      <dsp:spPr>
        <a:xfrm>
          <a:off x="9827187" y="1189825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Week 10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9827187" y="1189825"/>
        <a:ext cx="1654211" cy="827105"/>
      </dsp:txXfrm>
    </dsp:sp>
    <dsp:sp modelId="{DAB15057-8CAC-DA45-8AF4-B558471C2C13}">
      <dsp:nvSpPr>
        <dsp:cNvPr id="0" name=""/>
        <dsp:cNvSpPr/>
      </dsp:nvSpPr>
      <dsp:spPr>
        <a:xfrm>
          <a:off x="10137716" y="2391791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Lecture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10137716" y="2391791"/>
        <a:ext cx="1654211" cy="827105"/>
      </dsp:txXfrm>
    </dsp:sp>
    <dsp:sp modelId="{749C8CDD-32B8-3E42-AB10-5DFA7DD6B2A1}">
      <dsp:nvSpPr>
        <dsp:cNvPr id="0" name=""/>
        <dsp:cNvSpPr/>
      </dsp:nvSpPr>
      <dsp:spPr>
        <a:xfrm>
          <a:off x="10143770" y="3493579"/>
          <a:ext cx="1654211" cy="827105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FS Me" panose="02000506040000020004" pitchFamily="2" charset="77"/>
              <a:ea typeface="CMU Sans Serif Medium" panose="02000603000000000000" pitchFamily="2" charset="0"/>
              <a:cs typeface="CMU Sans Serif Medium" panose="02000603000000000000" pitchFamily="2" charset="0"/>
            </a:rPr>
            <a:t>Seminar</a:t>
          </a:r>
          <a:endParaRPr lang="en-GB" sz="3200" kern="1200">
            <a:latin typeface="FS Me" panose="02000506040000020004" pitchFamily="2" charset="77"/>
            <a:ea typeface="CMU Sans Serif Medium" panose="02000603000000000000" pitchFamily="2" charset="0"/>
            <a:cs typeface="CMU Sans Serif Medium" panose="02000603000000000000" pitchFamily="2" charset="0"/>
          </a:endParaRPr>
        </a:p>
      </dsp:txBody>
      <dsp:txXfrm>
        <a:off x="10143770" y="3493579"/>
        <a:ext cx="1654211" cy="827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F3B6A-D226-A347-84B9-8516BC94FF1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A4FFA-EE3B-644B-B3E6-2526394D8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2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A4FFA-EE3B-644B-B3E6-2526394D81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31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74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3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8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9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4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5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8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5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8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2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B41E23E-05BC-6B47-8C1C-1A7A2052EC3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733518D-4B5E-2544-9D21-61D8A5FE6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78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EF0E5A8-1744-7D7A-97BD-25032414D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515093"/>
              </p:ext>
            </p:extLst>
          </p:nvPr>
        </p:nvGraphicFramePr>
        <p:xfrm>
          <a:off x="-90833" y="1825625"/>
          <a:ext cx="1234742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0461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1533</TotalTime>
  <Words>21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FS Me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Reiche, Florian</dc:creator>
  <cp:lastModifiedBy>f.reiche@me.com</cp:lastModifiedBy>
  <cp:revision>8</cp:revision>
  <dcterms:created xsi:type="dcterms:W3CDTF">2024-11-30T20:55:52Z</dcterms:created>
  <dcterms:modified xsi:type="dcterms:W3CDTF">2025-10-02T16:31:11Z</dcterms:modified>
</cp:coreProperties>
</file>