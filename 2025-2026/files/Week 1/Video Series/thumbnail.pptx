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726"/>
  </p:normalViewPr>
  <p:slideViewPr>
    <p:cSldViewPr snapToGrid="0">
      <p:cViewPr varScale="1">
        <p:scale>
          <a:sx n="120" d="100"/>
          <a:sy n="120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3BDD7-4CC1-8F44-8EC9-719AB0A93C2F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97D8-46B0-814D-B2AD-3437F5E3B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97D8-46B0-814D-B2AD-3437F5E3BB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5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5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2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7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8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2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0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5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4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0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1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AA37442-EAE9-6CFC-AC74-44222B37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cloud of smoke&#10;&#10;Description automatically generated">
            <a:extLst>
              <a:ext uri="{FF2B5EF4-FFF2-40B4-BE49-F238E27FC236}">
                <a16:creationId xmlns:a16="http://schemas.microsoft.com/office/drawing/2014/main" id="{16BA23FE-9E56-7452-1872-A61BA5A9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84" b="11662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4117A24-9D5E-A791-A2F4-8C81AC60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60265" y="-960268"/>
            <a:ext cx="6857998" cy="87785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900">
                <a:srgbClr val="000000">
                  <a:alpha val="33000"/>
                </a:srgbClr>
              </a:gs>
              <a:gs pos="10000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AE4AC-A9C7-5B78-B21A-7D3E0492D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722" y="3134316"/>
            <a:ext cx="5029198" cy="2305246"/>
          </a:xfrm>
        </p:spPr>
        <p:txBody>
          <a:bodyPr>
            <a:normAutofit/>
          </a:bodyPr>
          <a:lstStyle/>
          <a:p>
            <a:r>
              <a:rPr lang="en-US" sz="6000" b="0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PO11Q</a:t>
            </a:r>
            <a:br>
              <a:rPr lang="en-US" sz="6000" b="0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en-US" sz="6000" b="0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Video </a:t>
            </a:r>
            <a:r>
              <a:rPr lang="en-US" sz="6000" b="0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30B2E-7F8E-C227-3BD0-B09265C035F0}"/>
              </a:ext>
            </a:extLst>
          </p:cNvPr>
          <p:cNvSpPr txBox="1"/>
          <p:nvPr/>
        </p:nvSpPr>
        <p:spPr>
          <a:xfrm>
            <a:off x="21265" y="606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00786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AnalogousFromLightSeedLeftStep">
      <a:dk1>
        <a:srgbClr val="000000"/>
      </a:dk1>
      <a:lt1>
        <a:srgbClr val="FFFFFF"/>
      </a:lt1>
      <a:dk2>
        <a:srgbClr val="312441"/>
      </a:dk2>
      <a:lt2>
        <a:srgbClr val="E2E8E6"/>
      </a:lt2>
      <a:accent1>
        <a:srgbClr val="EE6E96"/>
      </a:accent1>
      <a:accent2>
        <a:srgbClr val="EB4EC0"/>
      </a:accent2>
      <a:accent3>
        <a:srgbClr val="DC6EEE"/>
      </a:accent3>
      <a:accent4>
        <a:srgbClr val="924EEB"/>
      </a:accent4>
      <a:accent5>
        <a:srgbClr val="716EEE"/>
      </a:accent5>
      <a:accent6>
        <a:srgbClr val="4E8CEB"/>
      </a:accent6>
      <a:hlink>
        <a:srgbClr val="568F7D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CMU SANS SERIF MEDIUM</vt:lpstr>
      <vt:lpstr>CMU SANS SERIF MEDIUM</vt:lpstr>
      <vt:lpstr>Neue Haas Grotesk Text Pro</vt:lpstr>
      <vt:lpstr>SwellVTI</vt:lpstr>
      <vt:lpstr>PO11Q Video 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Reiche, Florian</dc:creator>
  <cp:lastModifiedBy>Reiche, Florian</cp:lastModifiedBy>
  <cp:revision>5</cp:revision>
  <dcterms:created xsi:type="dcterms:W3CDTF">2024-12-10T12:38:28Z</dcterms:created>
  <dcterms:modified xsi:type="dcterms:W3CDTF">2024-12-11T18:15:28Z</dcterms:modified>
</cp:coreProperties>
</file>