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94658"/>
  </p:normalViewPr>
  <p:slideViewPr>
    <p:cSldViewPr snapToGrid="0">
      <p:cViewPr varScale="1">
        <p:scale>
          <a:sx n="119" d="100"/>
          <a:sy n="119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2441-9675-010B-6C5B-C7ABAEFE7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E570B-1BC3-8755-F74E-68D19D9A9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8F741-92CB-F89C-5D07-4361011F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70CB8-34E1-AB36-34C2-0DFD3E42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13A9F-1159-BE95-0525-852C84E5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3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9656-8259-9EC6-C0E8-6B13D0F8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A809-F912-EA7F-4AAE-73531491C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75BF-0ADE-C21B-8DF6-6C4A0831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257B-6942-2D15-3797-9C83440E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B6C6-9252-EA7C-F753-C7A662C7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0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5CF7-E75D-D751-D7A1-2431826D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0F2FE-EB3E-D214-34DA-EBBFD5F6D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034E1-7D4C-5323-53FD-B99F3CBE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1BCD-492E-8F6B-9E92-C826BE70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40F6-17A9-F497-5D6F-62A2F21B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6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48CC-14AF-240A-BFD1-3AA8FC86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C33F-FC2A-6B80-1E35-BBCFBCC4A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9F088-03E7-AA03-A6E2-0DF7BB743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A1087-BD54-3BD0-1465-DDE03B82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9D014-51B0-A1F6-DCC8-0E34C268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06256-8C3C-FD03-A9FF-E92DD9BB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0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F98D-895E-6FAA-05C3-F653D0B2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80D90-6AD5-68A4-41D4-7202B1F70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70AF9-DA5E-8D88-AE5C-5BA938121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1F978-05BE-4946-BD73-A403D6330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C24D6-4BDF-D55F-F71A-8A581EE4D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F9DB3-EBA4-2E0D-7615-CAF3211E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F5291-649E-BCCE-C3FE-9678CA38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2D4EE5-0D29-8B18-EBE1-9C6A8B24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3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A529D-07DB-FBA8-108B-BF2A6BED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06C71-B76D-3CAD-9CAC-F7637745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27780-0542-C665-6E0B-E3C1D334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36F9F-49A4-64E3-8EB7-99A54DB9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5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65B-026C-BE8A-7465-435DE316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86466-BE4F-EED0-9F48-519A8D71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42DC-5035-446E-6D54-2DF3AEC6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5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8E5B-8226-80DA-FCF4-8A4C22DC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1D21-69C7-5D1F-7E42-2D7542EC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0E604-BD70-07FC-61AA-DB3E2492E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6585A-BC99-A571-90E0-ACFDA9A5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872F0-26D7-8950-8AFF-61C741DF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CC54-3BBF-1220-C0D9-B225A61F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9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E3A0-86A5-97E3-8677-4DE5F2A0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483BF-1EA5-356D-B17D-0CF6EE336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0DAE6-BD96-49F8-4EDC-1C4D8271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91FE8-9CE7-B726-FDE2-B72D498C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C7D3B-CDD6-E5F3-EE75-9E5BC84A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AE39C-265A-D8B0-E8E6-C8D60AF5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4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B59B-DAE8-7A5B-07C0-32E0507D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1C932-8CFB-3044-7CBF-0F9F2758E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B210-3A82-7D7F-0B6C-C59BE10E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8576F-6749-F81F-C5B0-6D67B03B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52DD7-5308-4D57-1832-9A0912E8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2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9D42E-D5BA-BA4B-033E-6D38B67EF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387CD-6221-8FD1-C32E-5D2C613A1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E3DC4-02D1-F7D5-8E9E-B6644C25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8B67-B927-1089-3D63-6C2E9FFB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CE0B-EB31-CFE1-D6AB-28FBABE8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5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FD553-7653-A948-CC0F-6CE95340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103F-5E1E-8835-6791-AA860C89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2748-8732-D934-EF94-38CD56D1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A07A5-6865-EC4F-8F6E-1A62960149A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9126-9893-07EC-0612-3DAA1A99F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A5D9D-19C6-8398-90DD-6150CA40C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162D5-FFC1-7645-9B9B-F1FCB3642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2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C5D3A8-FFAB-A97E-52C1-733B126386F0}"/>
              </a:ext>
            </a:extLst>
          </p:cNvPr>
          <p:cNvGrpSpPr/>
          <p:nvPr/>
        </p:nvGrpSpPr>
        <p:grpSpPr>
          <a:xfrm>
            <a:off x="3492500" y="3136900"/>
            <a:ext cx="5207000" cy="609600"/>
            <a:chOff x="3492500" y="3136900"/>
            <a:chExt cx="5207000" cy="609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8E9CF7-AEE7-76D4-DDB8-4587EF4D1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2500" y="3136900"/>
              <a:ext cx="5207000" cy="584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0D906A-7243-2722-0C97-0BEB4106C3A1}"/>
                </a:ext>
              </a:extLst>
            </p:cNvPr>
            <p:cNvSpPr/>
            <p:nvPr/>
          </p:nvSpPr>
          <p:spPr>
            <a:xfrm>
              <a:off x="3492500" y="3429000"/>
              <a:ext cx="1477963" cy="317500"/>
            </a:xfrm>
            <a:prstGeom prst="rect">
              <a:avLst/>
            </a:prstGeom>
            <a:solidFill>
              <a:srgbClr val="FFC000">
                <a:alpha val="420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057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 Reiche</dc:creator>
  <cp:lastModifiedBy>Flo Reiche</cp:lastModifiedBy>
  <cp:revision>3</cp:revision>
  <dcterms:created xsi:type="dcterms:W3CDTF">2025-08-12T13:13:46Z</dcterms:created>
  <dcterms:modified xsi:type="dcterms:W3CDTF">2025-08-17T11:41:57Z</dcterms:modified>
</cp:coreProperties>
</file>